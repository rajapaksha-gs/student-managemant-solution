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Open Sauce" charset="1" panose="00000500000000000000"/>
      <p:regular r:id="rId17"/>
    </p:embeddedFont>
    <p:embeddedFont>
      <p:font typeface="Times New Roman MT Semi-Bold" charset="1" panose="02030702070405020303"/>
      <p:regular r:id="rId18"/>
    </p:embeddedFont>
    <p:embeddedFont>
      <p:font typeface="Times New Roman" charset="1" panose="02020603050405020304"/>
      <p:regular r:id="rId19"/>
    </p:embeddedFont>
    <p:embeddedFont>
      <p:font typeface="Open Sauce Bold" charset="1" panose="00000800000000000000"/>
      <p:regular r:id="rId20"/>
    </p:embeddedFont>
    <p:embeddedFont>
      <p:font typeface="Times New Roman MT Bold" charset="1" panose="02030802070405020303"/>
      <p:regular r:id="rId21"/>
    </p:embeddedFont>
    <p:embeddedFont>
      <p:font typeface="Poppins Bold" charset="1" panose="00000800000000000000"/>
      <p:regular r:id="rId22"/>
    </p:embeddedFont>
    <p:embeddedFont>
      <p:font typeface="Times New Roman Bold" charset="1" panose="02020803070505020304"/>
      <p:regular r:id="rId23"/>
    </p:embeddedFont>
    <p:embeddedFont>
      <p:font typeface="Times New Roman MT Condensed Bold" charset="1" panose="02030806070405020303"/>
      <p:regular r:id="rId24"/>
    </p:embeddedFont>
    <p:embeddedFont>
      <p:font typeface="Poppins" charset="1" panose="0000050000000000000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1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.svg" Type="http://schemas.openxmlformats.org/officeDocument/2006/relationships/image"/><Relationship Id="rId2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15.png" Type="http://schemas.openxmlformats.org/officeDocument/2006/relationships/image"/><Relationship Id="rId8" Target="../media/image16.png" Type="http://schemas.openxmlformats.org/officeDocument/2006/relationships/image"/><Relationship Id="rId9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png" Type="http://schemas.openxmlformats.org/officeDocument/2006/relationships/image"/><Relationship Id="rId11" Target="../media/image26.svg" Type="http://schemas.openxmlformats.org/officeDocument/2006/relationships/image"/><Relationship Id="rId12" Target="../media/image7.png" Type="http://schemas.openxmlformats.org/officeDocument/2006/relationships/image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Relationship Id="rId8" Target="../media/image23.png" Type="http://schemas.openxmlformats.org/officeDocument/2006/relationships/image"/><Relationship Id="rId9" Target="../media/image2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27.jpeg" Type="http://schemas.openxmlformats.org/officeDocument/2006/relationships/image"/><Relationship Id="rId4" Target="../media/image2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29.png" Type="http://schemas.openxmlformats.org/officeDocument/2006/relationships/image"/><Relationship Id="rId4" Target="../media/image30.svg" Type="http://schemas.openxmlformats.org/officeDocument/2006/relationships/image"/><Relationship Id="rId5" Target="../media/image3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29.png" Type="http://schemas.openxmlformats.org/officeDocument/2006/relationships/image"/><Relationship Id="rId4" Target="../media/image30.sv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Relationship Id="rId7" Target="../media/image3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9.png" Type="http://schemas.openxmlformats.org/officeDocument/2006/relationships/image"/><Relationship Id="rId2" Target="../media/image9.png" Type="http://schemas.openxmlformats.org/officeDocument/2006/relationships/image"/><Relationship Id="rId3" Target="../media/image32.png" Type="http://schemas.openxmlformats.org/officeDocument/2006/relationships/image"/><Relationship Id="rId4" Target="../media/image33.svg" Type="http://schemas.openxmlformats.org/officeDocument/2006/relationships/image"/><Relationship Id="rId5" Target="../media/image34.png" Type="http://schemas.openxmlformats.org/officeDocument/2006/relationships/image"/><Relationship Id="rId6" Target="../media/image35.png" Type="http://schemas.openxmlformats.org/officeDocument/2006/relationships/image"/><Relationship Id="rId7" Target="../media/image36.png" Type="http://schemas.openxmlformats.org/officeDocument/2006/relationships/image"/><Relationship Id="rId8" Target="../media/image37.png" Type="http://schemas.openxmlformats.org/officeDocument/2006/relationships/image"/><Relationship Id="rId9" Target="../media/image3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0.png" Type="http://schemas.openxmlformats.org/officeDocument/2006/relationships/image"/><Relationship Id="rId3" Target="../media/image41.svg" Type="http://schemas.openxmlformats.org/officeDocument/2006/relationships/image"/><Relationship Id="rId4" Target="../media/image42.png" Type="http://schemas.openxmlformats.org/officeDocument/2006/relationships/image"/><Relationship Id="rId5" Target="../media/image43.svg" Type="http://schemas.openxmlformats.org/officeDocument/2006/relationships/image"/><Relationship Id="rId6" Target="../media/image44.png" Type="http://schemas.openxmlformats.org/officeDocument/2006/relationships/image"/><Relationship Id="rId7" Target="../media/image45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6.jpeg" Type="http://schemas.openxmlformats.org/officeDocument/2006/relationships/image"/><Relationship Id="rId3" Target="../media/image25.png" Type="http://schemas.openxmlformats.org/officeDocument/2006/relationships/image"/><Relationship Id="rId4" Target="../media/image26.svg" Type="http://schemas.openxmlformats.org/officeDocument/2006/relationships/image"/><Relationship Id="rId5" Target="../media/image44.png" Type="http://schemas.openxmlformats.org/officeDocument/2006/relationships/image"/><Relationship Id="rId6" Target="../media/image4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974764" y="-207071"/>
            <a:ext cx="3086100" cy="11299900"/>
            <a:chOff x="0" y="0"/>
            <a:chExt cx="812800" cy="297610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976105"/>
            </a:xfrm>
            <a:custGeom>
              <a:avLst/>
              <a:gdLst/>
              <a:ahLst/>
              <a:cxnLst/>
              <a:rect r="r" b="b" t="t" l="l"/>
              <a:pathLst>
                <a:path h="2976105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976105"/>
                  </a:lnTo>
                  <a:lnTo>
                    <a:pt x="0" y="2976105"/>
                  </a:lnTo>
                  <a:close/>
                </a:path>
              </a:pathLst>
            </a:custGeom>
            <a:solidFill>
              <a:srgbClr val="1C573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812800" cy="29951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384715" y="9009597"/>
            <a:ext cx="3806571" cy="2083232"/>
          </a:xfrm>
          <a:custGeom>
            <a:avLst/>
            <a:gdLst/>
            <a:ahLst/>
            <a:cxnLst/>
            <a:rect r="r" b="b" t="t" l="l"/>
            <a:pathLst>
              <a:path h="2083232" w="3806571">
                <a:moveTo>
                  <a:pt x="0" y="0"/>
                </a:moveTo>
                <a:lnTo>
                  <a:pt x="3806570" y="0"/>
                </a:lnTo>
                <a:lnTo>
                  <a:pt x="3806570" y="2083232"/>
                </a:lnTo>
                <a:lnTo>
                  <a:pt x="0" y="20832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1543050" y="-558218"/>
            <a:ext cx="3086100" cy="11299900"/>
            <a:chOff x="0" y="0"/>
            <a:chExt cx="812800" cy="297610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2976105"/>
            </a:xfrm>
            <a:custGeom>
              <a:avLst/>
              <a:gdLst/>
              <a:ahLst/>
              <a:cxnLst/>
              <a:rect r="r" b="b" t="t" l="l"/>
              <a:pathLst>
                <a:path h="2976105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976105"/>
                  </a:lnTo>
                  <a:lnTo>
                    <a:pt x="0" y="2976105"/>
                  </a:lnTo>
                  <a:close/>
                </a:path>
              </a:pathLst>
            </a:custGeom>
            <a:solidFill>
              <a:srgbClr val="1C573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812800" cy="29951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27773" y="4163622"/>
            <a:ext cx="110236" cy="2818996"/>
            <a:chOff x="0" y="0"/>
            <a:chExt cx="26312" cy="67285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6312" cy="672855"/>
            </a:xfrm>
            <a:custGeom>
              <a:avLst/>
              <a:gdLst/>
              <a:ahLst/>
              <a:cxnLst/>
              <a:rect r="r" b="b" t="t" l="l"/>
              <a:pathLst>
                <a:path h="672855" w="26312">
                  <a:moveTo>
                    <a:pt x="0" y="0"/>
                  </a:moveTo>
                  <a:lnTo>
                    <a:pt x="26312" y="0"/>
                  </a:lnTo>
                  <a:lnTo>
                    <a:pt x="26312" y="672855"/>
                  </a:lnTo>
                  <a:lnTo>
                    <a:pt x="0" y="67285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26312" cy="691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-2777871" y="-207071"/>
            <a:ext cx="3806571" cy="2083232"/>
          </a:xfrm>
          <a:custGeom>
            <a:avLst/>
            <a:gdLst/>
            <a:ahLst/>
            <a:cxnLst/>
            <a:rect r="r" b="b" t="t" l="l"/>
            <a:pathLst>
              <a:path h="2083232" w="3806571">
                <a:moveTo>
                  <a:pt x="0" y="0"/>
                </a:moveTo>
                <a:lnTo>
                  <a:pt x="3806571" y="0"/>
                </a:lnTo>
                <a:lnTo>
                  <a:pt x="3806571" y="2083233"/>
                </a:lnTo>
                <a:lnTo>
                  <a:pt x="0" y="20832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1506910" y="926993"/>
            <a:ext cx="5806922" cy="8082604"/>
          </a:xfrm>
          <a:custGeom>
            <a:avLst/>
            <a:gdLst/>
            <a:ahLst/>
            <a:cxnLst/>
            <a:rect r="r" b="b" t="t" l="l"/>
            <a:pathLst>
              <a:path h="8082604" w="5806922">
                <a:moveTo>
                  <a:pt x="0" y="0"/>
                </a:moveTo>
                <a:lnTo>
                  <a:pt x="5806922" y="0"/>
                </a:lnTo>
                <a:lnTo>
                  <a:pt x="5806922" y="8082604"/>
                </a:lnTo>
                <a:lnTo>
                  <a:pt x="0" y="808260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9594" t="0" r="-19594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752928" y="396630"/>
            <a:ext cx="1562055" cy="1655205"/>
          </a:xfrm>
          <a:custGeom>
            <a:avLst/>
            <a:gdLst/>
            <a:ahLst/>
            <a:cxnLst/>
            <a:rect r="r" b="b" t="t" l="l"/>
            <a:pathLst>
              <a:path h="1655205" w="1562055">
                <a:moveTo>
                  <a:pt x="0" y="0"/>
                </a:moveTo>
                <a:lnTo>
                  <a:pt x="1562054" y="0"/>
                </a:lnTo>
                <a:lnTo>
                  <a:pt x="1562054" y="1655205"/>
                </a:lnTo>
                <a:lnTo>
                  <a:pt x="0" y="165520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3184807" y="457416"/>
            <a:ext cx="1418745" cy="1418745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463617" y="45143"/>
                  </a:lnTo>
                  <a:lnTo>
                    <a:pt x="531984" y="19891"/>
                  </a:lnTo>
                  <a:lnTo>
                    <a:pt x="572451" y="80505"/>
                  </a:lnTo>
                  <a:lnTo>
                    <a:pt x="645276" y="77616"/>
                  </a:lnTo>
                  <a:lnTo>
                    <a:pt x="665032" y="147768"/>
                  </a:lnTo>
                  <a:lnTo>
                    <a:pt x="735184" y="167524"/>
                  </a:lnTo>
                  <a:lnTo>
                    <a:pt x="732295" y="240349"/>
                  </a:lnTo>
                  <a:lnTo>
                    <a:pt x="792909" y="280816"/>
                  </a:lnTo>
                  <a:lnTo>
                    <a:pt x="767657" y="349183"/>
                  </a:lnTo>
                  <a:lnTo>
                    <a:pt x="812800" y="406400"/>
                  </a:lnTo>
                  <a:lnTo>
                    <a:pt x="767657" y="463617"/>
                  </a:lnTo>
                  <a:lnTo>
                    <a:pt x="792909" y="531984"/>
                  </a:lnTo>
                  <a:lnTo>
                    <a:pt x="732295" y="572451"/>
                  </a:lnTo>
                  <a:lnTo>
                    <a:pt x="735184" y="645276"/>
                  </a:lnTo>
                  <a:lnTo>
                    <a:pt x="665032" y="665032"/>
                  </a:lnTo>
                  <a:lnTo>
                    <a:pt x="645276" y="735184"/>
                  </a:lnTo>
                  <a:lnTo>
                    <a:pt x="572451" y="732295"/>
                  </a:lnTo>
                  <a:lnTo>
                    <a:pt x="531984" y="792909"/>
                  </a:lnTo>
                  <a:lnTo>
                    <a:pt x="463617" y="767657"/>
                  </a:lnTo>
                  <a:lnTo>
                    <a:pt x="406400" y="812800"/>
                  </a:lnTo>
                  <a:lnTo>
                    <a:pt x="349183" y="767657"/>
                  </a:lnTo>
                  <a:lnTo>
                    <a:pt x="280816" y="792909"/>
                  </a:lnTo>
                  <a:lnTo>
                    <a:pt x="240349" y="732295"/>
                  </a:lnTo>
                  <a:lnTo>
                    <a:pt x="167524" y="735184"/>
                  </a:lnTo>
                  <a:lnTo>
                    <a:pt x="147768" y="665032"/>
                  </a:lnTo>
                  <a:lnTo>
                    <a:pt x="77616" y="645276"/>
                  </a:lnTo>
                  <a:lnTo>
                    <a:pt x="80505" y="572451"/>
                  </a:lnTo>
                  <a:lnTo>
                    <a:pt x="19891" y="531984"/>
                  </a:lnTo>
                  <a:lnTo>
                    <a:pt x="45143" y="463617"/>
                  </a:lnTo>
                  <a:lnTo>
                    <a:pt x="0" y="406400"/>
                  </a:lnTo>
                  <a:lnTo>
                    <a:pt x="45143" y="349183"/>
                  </a:lnTo>
                  <a:lnTo>
                    <a:pt x="19891" y="280816"/>
                  </a:lnTo>
                  <a:lnTo>
                    <a:pt x="80505" y="240349"/>
                  </a:lnTo>
                  <a:lnTo>
                    <a:pt x="77616" y="167524"/>
                  </a:lnTo>
                  <a:lnTo>
                    <a:pt x="147768" y="147768"/>
                  </a:lnTo>
                  <a:lnTo>
                    <a:pt x="167524" y="77616"/>
                  </a:lnTo>
                  <a:lnTo>
                    <a:pt x="240349" y="80505"/>
                  </a:lnTo>
                  <a:lnTo>
                    <a:pt x="280816" y="19891"/>
                  </a:lnTo>
                  <a:lnTo>
                    <a:pt x="349183" y="45143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DFBFB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88900" y="69850"/>
              <a:ext cx="635000" cy="654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3437358" y="696612"/>
            <a:ext cx="976847" cy="804072"/>
          </a:xfrm>
          <a:custGeom>
            <a:avLst/>
            <a:gdLst/>
            <a:ahLst/>
            <a:cxnLst/>
            <a:rect r="r" b="b" t="t" l="l"/>
            <a:pathLst>
              <a:path h="804072" w="976847">
                <a:moveTo>
                  <a:pt x="0" y="0"/>
                </a:moveTo>
                <a:lnTo>
                  <a:pt x="976847" y="0"/>
                </a:lnTo>
                <a:lnTo>
                  <a:pt x="976847" y="804072"/>
                </a:lnTo>
                <a:lnTo>
                  <a:pt x="0" y="80407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58578" t="-40495" r="-43467" b="-77938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2533955" y="8971497"/>
            <a:ext cx="8553855" cy="727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5"/>
              </a:lnSpc>
            </a:pPr>
            <a:r>
              <a:rPr lang="en-US" sz="1889" spc="94">
                <a:solidFill>
                  <a:srgbClr val="1B5A3A"/>
                </a:solidFill>
                <a:latin typeface="Open Sauce"/>
                <a:ea typeface="Open Sauce"/>
                <a:cs typeface="Open Sauce"/>
                <a:sym typeface="Open Sauce"/>
              </a:rPr>
              <a:t>Bachelor of Information Technology (External Degree)</a:t>
            </a:r>
          </a:p>
          <a:p>
            <a:pPr algn="ctr">
              <a:lnSpc>
                <a:spcPts val="2645"/>
              </a:lnSpc>
            </a:pPr>
            <a:r>
              <a:rPr lang="en-US" sz="1889" spc="94">
                <a:solidFill>
                  <a:srgbClr val="1B5A3A"/>
                </a:solidFill>
                <a:latin typeface="Open Sauce"/>
                <a:ea typeface="Open Sauce"/>
                <a:cs typeface="Open Sauce"/>
                <a:sym typeface="Open Sauce"/>
              </a:rPr>
              <a:t> Faculty of Information Technology University of Moratuwa </a:t>
            </a:r>
          </a:p>
          <a:p>
            <a:pPr algn="ctr">
              <a:lnSpc>
                <a:spcPts val="405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1752928" y="2874132"/>
            <a:ext cx="9072113" cy="2568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726"/>
              </a:lnSpc>
              <a:spcBef>
                <a:spcPct val="0"/>
              </a:spcBef>
            </a:pPr>
            <a:r>
              <a:rPr lang="en-US" b="true" sz="7048" spc="35">
                <a:solidFill>
                  <a:srgbClr val="1B5A3A"/>
                </a:solidFill>
                <a:latin typeface="Times New Roman MT Semi-Bold"/>
                <a:ea typeface="Times New Roman MT Semi-Bold"/>
                <a:cs typeface="Times New Roman MT Semi-Bold"/>
                <a:sym typeface="Times New Roman MT Semi-Bold"/>
              </a:rPr>
              <a:t>Student Attendants Management System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752928" y="2510121"/>
            <a:ext cx="3788616" cy="584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49"/>
              </a:lnSpc>
              <a:spcBef>
                <a:spcPct val="0"/>
              </a:spcBef>
            </a:pPr>
            <a:r>
              <a:rPr lang="en-US" sz="3499">
                <a:solidFill>
                  <a:srgbClr val="1B5A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Computer – Based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543050" y="5515970"/>
            <a:ext cx="3788616" cy="522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29"/>
              </a:lnSpc>
              <a:spcBef>
                <a:spcPct val="0"/>
              </a:spcBef>
            </a:pPr>
            <a:r>
              <a:rPr lang="en-US" sz="3099">
                <a:solidFill>
                  <a:srgbClr val="1B5A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ICT PROJECT 2024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533955" y="7882210"/>
            <a:ext cx="8553855" cy="2012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45"/>
              </a:lnSpc>
            </a:pPr>
            <a:r>
              <a:rPr lang="en-US" b="true" sz="2889" spc="144">
                <a:solidFill>
                  <a:srgbClr val="1B5A3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E2410978</a:t>
            </a:r>
          </a:p>
          <a:p>
            <a:pPr algn="ctr">
              <a:lnSpc>
                <a:spcPts val="4045"/>
              </a:lnSpc>
            </a:pPr>
            <a:r>
              <a:rPr lang="en-US" b="true" sz="2889" spc="144">
                <a:solidFill>
                  <a:srgbClr val="1B5A3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R.R.G.S.RAJAPAKSHA</a:t>
            </a:r>
          </a:p>
          <a:p>
            <a:pPr algn="l">
              <a:lnSpc>
                <a:spcPts val="4045"/>
              </a:lnSpc>
            </a:pPr>
          </a:p>
          <a:p>
            <a:pPr algn="l">
              <a:lnSpc>
                <a:spcPts val="4045"/>
              </a:lnSpc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4719440" y="7175586"/>
            <a:ext cx="3788616" cy="522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29"/>
              </a:lnSpc>
              <a:spcBef>
                <a:spcPct val="0"/>
              </a:spcBef>
            </a:pPr>
            <a:r>
              <a:rPr lang="en-US" sz="3099">
                <a:solidFill>
                  <a:srgbClr val="1B5A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BY:-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289286" y="1472109"/>
            <a:ext cx="1272991" cy="398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49"/>
              </a:lnSpc>
            </a:pPr>
            <a:r>
              <a:rPr lang="en-US" b="true" sz="1178" spc="58">
                <a:solidFill>
                  <a:srgbClr val="040506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AMS</a:t>
            </a:r>
          </a:p>
          <a:p>
            <a:pPr algn="ctr">
              <a:lnSpc>
                <a:spcPts val="1649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433019" y="2721998"/>
            <a:ext cx="852864" cy="6287600"/>
            <a:chOff x="0" y="0"/>
            <a:chExt cx="224623" cy="16559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4623" cy="1655993"/>
            </a:xfrm>
            <a:custGeom>
              <a:avLst/>
              <a:gdLst/>
              <a:ahLst/>
              <a:cxnLst/>
              <a:rect r="r" b="b" t="t" l="l"/>
              <a:pathLst>
                <a:path h="1655993" w="224623">
                  <a:moveTo>
                    <a:pt x="112311" y="0"/>
                  </a:moveTo>
                  <a:lnTo>
                    <a:pt x="112311" y="0"/>
                  </a:lnTo>
                  <a:cubicBezTo>
                    <a:pt x="142098" y="0"/>
                    <a:pt x="170665" y="11833"/>
                    <a:pt x="191727" y="32895"/>
                  </a:cubicBezTo>
                  <a:cubicBezTo>
                    <a:pt x="212790" y="53958"/>
                    <a:pt x="224623" y="82525"/>
                    <a:pt x="224623" y="112311"/>
                  </a:cubicBezTo>
                  <a:lnTo>
                    <a:pt x="224623" y="1543682"/>
                  </a:lnTo>
                  <a:cubicBezTo>
                    <a:pt x="224623" y="1573469"/>
                    <a:pt x="212790" y="1602036"/>
                    <a:pt x="191727" y="1623098"/>
                  </a:cubicBezTo>
                  <a:cubicBezTo>
                    <a:pt x="170665" y="1644160"/>
                    <a:pt x="142098" y="1655993"/>
                    <a:pt x="112311" y="1655993"/>
                  </a:cubicBezTo>
                  <a:lnTo>
                    <a:pt x="112311" y="1655993"/>
                  </a:lnTo>
                  <a:cubicBezTo>
                    <a:pt x="50283" y="1655993"/>
                    <a:pt x="0" y="1605710"/>
                    <a:pt x="0" y="1543682"/>
                  </a:cubicBezTo>
                  <a:lnTo>
                    <a:pt x="0" y="112311"/>
                  </a:lnTo>
                  <a:cubicBezTo>
                    <a:pt x="0" y="50283"/>
                    <a:pt x="50283" y="0"/>
                    <a:pt x="112311" y="0"/>
                  </a:cubicBezTo>
                  <a:close/>
                </a:path>
              </a:pathLst>
            </a:custGeom>
            <a:solidFill>
              <a:srgbClr val="1C5739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33375"/>
              <a:ext cx="224623" cy="1989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49"/>
                </a:lnSpc>
              </a:pPr>
              <a:r>
                <a:rPr lang="en-US" b="true" sz="2699" spc="156">
                  <a:solidFill>
                    <a:srgbClr val="FDFBFB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01</a:t>
              </a:r>
            </a:p>
            <a:p>
              <a:pPr algn="ctr">
                <a:lnSpc>
                  <a:spcPts val="6749"/>
                </a:lnSpc>
              </a:pPr>
              <a:r>
                <a:rPr lang="en-US" b="true" sz="2699" spc="156">
                  <a:solidFill>
                    <a:srgbClr val="FDFBFB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02</a:t>
              </a:r>
            </a:p>
            <a:p>
              <a:pPr algn="ctr">
                <a:lnSpc>
                  <a:spcPts val="6749"/>
                </a:lnSpc>
              </a:pPr>
              <a:r>
                <a:rPr lang="en-US" b="true" sz="2699" spc="156">
                  <a:solidFill>
                    <a:srgbClr val="FDFBFB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03</a:t>
              </a:r>
            </a:p>
            <a:p>
              <a:pPr algn="ctr">
                <a:lnSpc>
                  <a:spcPts val="6749"/>
                </a:lnSpc>
              </a:pPr>
              <a:r>
                <a:rPr lang="en-US" b="true" sz="2699" spc="156">
                  <a:solidFill>
                    <a:srgbClr val="FDFBFB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04</a:t>
              </a:r>
            </a:p>
            <a:p>
              <a:pPr algn="ctr">
                <a:lnSpc>
                  <a:spcPts val="6749"/>
                </a:lnSpc>
              </a:pPr>
              <a:r>
                <a:rPr lang="en-US" b="true" sz="2699" spc="156">
                  <a:solidFill>
                    <a:srgbClr val="FDFBFB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05</a:t>
              </a:r>
            </a:p>
            <a:p>
              <a:pPr algn="ctr">
                <a:lnSpc>
                  <a:spcPts val="6749"/>
                </a:lnSpc>
              </a:pPr>
              <a:r>
                <a:rPr lang="en-US" b="true" sz="2699" spc="156">
                  <a:solidFill>
                    <a:srgbClr val="FDFBFB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06</a:t>
              </a:r>
            </a:p>
            <a:p>
              <a:pPr algn="ctr" marL="0" indent="0" lvl="0">
                <a:lnSpc>
                  <a:spcPts val="6749"/>
                </a:lnSpc>
              </a:pPr>
              <a:r>
                <a:rPr lang="en-US" b="true" sz="2699" spc="156">
                  <a:solidFill>
                    <a:srgbClr val="FDFBFB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07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543050" y="-558218"/>
            <a:ext cx="3086100" cy="11299900"/>
            <a:chOff x="0" y="0"/>
            <a:chExt cx="812800" cy="297610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2976105"/>
            </a:xfrm>
            <a:custGeom>
              <a:avLst/>
              <a:gdLst/>
              <a:ahLst/>
              <a:cxnLst/>
              <a:rect r="r" b="b" t="t" l="l"/>
              <a:pathLst>
                <a:path h="2976105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976105"/>
                  </a:lnTo>
                  <a:lnTo>
                    <a:pt x="0" y="2976105"/>
                  </a:lnTo>
                  <a:close/>
                </a:path>
              </a:pathLst>
            </a:custGeom>
            <a:solidFill>
              <a:srgbClr val="1C573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812800" cy="29951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193216" y="1415447"/>
            <a:ext cx="5408984" cy="7979428"/>
            <a:chOff x="0" y="0"/>
            <a:chExt cx="1424588" cy="21015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24588" cy="2101578"/>
            </a:xfrm>
            <a:custGeom>
              <a:avLst/>
              <a:gdLst/>
              <a:ahLst/>
              <a:cxnLst/>
              <a:rect r="r" b="b" t="t" l="l"/>
              <a:pathLst>
                <a:path h="2101578" w="1424588">
                  <a:moveTo>
                    <a:pt x="0" y="0"/>
                  </a:moveTo>
                  <a:lnTo>
                    <a:pt x="1424588" y="0"/>
                  </a:lnTo>
                  <a:lnTo>
                    <a:pt x="1424588" y="2101578"/>
                  </a:lnTo>
                  <a:lnTo>
                    <a:pt x="0" y="2101578"/>
                  </a:lnTo>
                  <a:close/>
                </a:path>
              </a:pathLst>
            </a:custGeom>
            <a:solidFill>
              <a:srgbClr val="1C5739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1424588" cy="21206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5698915" y="8697813"/>
            <a:ext cx="3806571" cy="2083232"/>
          </a:xfrm>
          <a:custGeom>
            <a:avLst/>
            <a:gdLst/>
            <a:ahLst/>
            <a:cxnLst/>
            <a:rect r="r" b="b" t="t" l="l"/>
            <a:pathLst>
              <a:path h="2083232" w="3806571">
                <a:moveTo>
                  <a:pt x="0" y="0"/>
                </a:moveTo>
                <a:lnTo>
                  <a:pt x="3806570" y="0"/>
                </a:lnTo>
                <a:lnTo>
                  <a:pt x="3806570" y="2083232"/>
                </a:lnTo>
                <a:lnTo>
                  <a:pt x="0" y="20832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1772900" y="1028700"/>
            <a:ext cx="5486400" cy="7980897"/>
          </a:xfrm>
          <a:custGeom>
            <a:avLst/>
            <a:gdLst/>
            <a:ahLst/>
            <a:cxnLst/>
            <a:rect r="r" b="b" t="t" l="l"/>
            <a:pathLst>
              <a:path h="7980897" w="5486400">
                <a:moveTo>
                  <a:pt x="0" y="0"/>
                </a:moveTo>
                <a:lnTo>
                  <a:pt x="5486400" y="0"/>
                </a:lnTo>
                <a:lnTo>
                  <a:pt x="5486400" y="7980897"/>
                </a:lnTo>
                <a:lnTo>
                  <a:pt x="0" y="79808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3116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826979" y="1244526"/>
            <a:ext cx="5661991" cy="1477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58"/>
              </a:lnSpc>
            </a:pPr>
            <a:r>
              <a:rPr lang="en-US" b="true" sz="7868" spc="771" u="sng">
                <a:solidFill>
                  <a:srgbClr val="231F2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Content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484204" y="2741293"/>
            <a:ext cx="7401239" cy="7545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49"/>
              </a:lnSpc>
            </a:pPr>
            <a:r>
              <a:rPr lang="en-US" b="true" sz="2699" spc="156">
                <a:solidFill>
                  <a:srgbClr val="231F20"/>
                </a:solidFill>
                <a:latin typeface="Poppins Bold"/>
                <a:ea typeface="Poppins Bold"/>
                <a:cs typeface="Poppins Bold"/>
                <a:sym typeface="Poppins Bold"/>
              </a:rPr>
              <a:t>INTRODUCTION</a:t>
            </a:r>
          </a:p>
          <a:p>
            <a:pPr algn="l">
              <a:lnSpc>
                <a:spcPts val="6749"/>
              </a:lnSpc>
            </a:pPr>
            <a:r>
              <a:rPr lang="en-US" b="true" sz="2699" spc="156">
                <a:solidFill>
                  <a:srgbClr val="231F20"/>
                </a:solidFill>
                <a:latin typeface="Poppins Bold"/>
                <a:ea typeface="Poppins Bold"/>
                <a:cs typeface="Poppins Bold"/>
                <a:sym typeface="Poppins Bold"/>
              </a:rPr>
              <a:t>OBJECYIVES</a:t>
            </a:r>
          </a:p>
          <a:p>
            <a:pPr algn="l">
              <a:lnSpc>
                <a:spcPts val="6749"/>
              </a:lnSpc>
            </a:pPr>
            <a:r>
              <a:rPr lang="en-US" sz="2699" spc="156" b="true">
                <a:solidFill>
                  <a:srgbClr val="231F20"/>
                </a:solidFill>
                <a:latin typeface="Poppins Bold"/>
                <a:ea typeface="Poppins Bold"/>
                <a:cs typeface="Poppins Bold"/>
                <a:sym typeface="Poppins Bold"/>
              </a:rPr>
              <a:t>SYSTEM TECHNOLOGY</a:t>
            </a:r>
          </a:p>
          <a:p>
            <a:pPr algn="l">
              <a:lnSpc>
                <a:spcPts val="6749"/>
              </a:lnSpc>
            </a:pPr>
            <a:r>
              <a:rPr lang="en-US" sz="2699" spc="156" b="true">
                <a:solidFill>
                  <a:srgbClr val="231F20"/>
                </a:solidFill>
                <a:latin typeface="Poppins Bold"/>
                <a:ea typeface="Poppins Bold"/>
                <a:cs typeface="Poppins Bold"/>
                <a:sym typeface="Poppins Bold"/>
              </a:rPr>
              <a:t>FUNCTIONAL REQUIREMENTS</a:t>
            </a:r>
          </a:p>
          <a:p>
            <a:pPr algn="l">
              <a:lnSpc>
                <a:spcPts val="6749"/>
              </a:lnSpc>
            </a:pPr>
            <a:r>
              <a:rPr lang="en-US" sz="2699" spc="156" b="true">
                <a:solidFill>
                  <a:srgbClr val="231F20"/>
                </a:solidFill>
                <a:latin typeface="Poppins Bold"/>
                <a:ea typeface="Poppins Bold"/>
                <a:cs typeface="Poppins Bold"/>
                <a:sym typeface="Poppins Bold"/>
              </a:rPr>
              <a:t>NON FUNCTIONAL REQUIREMENTS</a:t>
            </a:r>
          </a:p>
          <a:p>
            <a:pPr algn="l">
              <a:lnSpc>
                <a:spcPts val="6749"/>
              </a:lnSpc>
            </a:pPr>
            <a:r>
              <a:rPr lang="en-US" sz="2699" spc="156" b="true">
                <a:solidFill>
                  <a:srgbClr val="231F20"/>
                </a:solidFill>
                <a:latin typeface="Poppins Bold"/>
                <a:ea typeface="Poppins Bold"/>
                <a:cs typeface="Poppins Bold"/>
                <a:sym typeface="Poppins Bold"/>
              </a:rPr>
              <a:t>USER INTERFACE</a:t>
            </a:r>
          </a:p>
          <a:p>
            <a:pPr algn="l">
              <a:lnSpc>
                <a:spcPts val="6749"/>
              </a:lnSpc>
            </a:pPr>
            <a:r>
              <a:rPr lang="en-US" sz="2699" spc="156" b="true">
                <a:solidFill>
                  <a:srgbClr val="231F20"/>
                </a:solidFill>
                <a:latin typeface="Poppins Bold"/>
                <a:ea typeface="Poppins Bold"/>
                <a:cs typeface="Poppins Bold"/>
                <a:sym typeface="Poppins Bold"/>
              </a:rPr>
              <a:t>FUTURE DEVELOPMENT</a:t>
            </a:r>
          </a:p>
          <a:p>
            <a:pPr algn="l">
              <a:lnSpc>
                <a:spcPts val="6749"/>
              </a:lnSpc>
            </a:pPr>
          </a:p>
          <a:p>
            <a:pPr algn="l">
              <a:lnSpc>
                <a:spcPts val="6749"/>
              </a:lnSpc>
            </a:pP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-1160628" y="-12916"/>
            <a:ext cx="3806571" cy="2083232"/>
          </a:xfrm>
          <a:custGeom>
            <a:avLst/>
            <a:gdLst/>
            <a:ahLst/>
            <a:cxnLst/>
            <a:rect r="r" b="b" t="t" l="l"/>
            <a:pathLst>
              <a:path h="2083232" w="3806571">
                <a:moveTo>
                  <a:pt x="0" y="0"/>
                </a:moveTo>
                <a:lnTo>
                  <a:pt x="3806571" y="0"/>
                </a:lnTo>
                <a:lnTo>
                  <a:pt x="3806571" y="2083232"/>
                </a:lnTo>
                <a:lnTo>
                  <a:pt x="0" y="20832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33448" y="374453"/>
            <a:ext cx="17021103" cy="3184264"/>
            <a:chOff x="0" y="0"/>
            <a:chExt cx="4482924" cy="83865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82924" cy="838654"/>
            </a:xfrm>
            <a:custGeom>
              <a:avLst/>
              <a:gdLst/>
              <a:ahLst/>
              <a:cxnLst/>
              <a:rect r="r" b="b" t="t" l="l"/>
              <a:pathLst>
                <a:path h="838654" w="4482924">
                  <a:moveTo>
                    <a:pt x="0" y="0"/>
                  </a:moveTo>
                  <a:lnTo>
                    <a:pt x="4482924" y="0"/>
                  </a:lnTo>
                  <a:lnTo>
                    <a:pt x="4482924" y="838654"/>
                  </a:lnTo>
                  <a:lnTo>
                    <a:pt x="0" y="838654"/>
                  </a:lnTo>
                  <a:close/>
                </a:path>
              </a:pathLst>
            </a:custGeom>
            <a:solidFill>
              <a:srgbClr val="1C573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4482924" cy="8577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3503367" y="3786937"/>
            <a:ext cx="1183955" cy="1136738"/>
          </a:xfrm>
          <a:custGeom>
            <a:avLst/>
            <a:gdLst/>
            <a:ahLst/>
            <a:cxnLst/>
            <a:rect r="r" b="b" t="t" l="l"/>
            <a:pathLst>
              <a:path h="1136738" w="1183955">
                <a:moveTo>
                  <a:pt x="0" y="0"/>
                </a:moveTo>
                <a:lnTo>
                  <a:pt x="1183954" y="0"/>
                </a:lnTo>
                <a:lnTo>
                  <a:pt x="1183954" y="1136738"/>
                </a:lnTo>
                <a:lnTo>
                  <a:pt x="0" y="11367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839162" y="3960441"/>
            <a:ext cx="1435116" cy="1237070"/>
          </a:xfrm>
          <a:custGeom>
            <a:avLst/>
            <a:gdLst/>
            <a:ahLst/>
            <a:cxnLst/>
            <a:rect r="r" b="b" t="t" l="l"/>
            <a:pathLst>
              <a:path h="1237070" w="1435116">
                <a:moveTo>
                  <a:pt x="0" y="0"/>
                </a:moveTo>
                <a:lnTo>
                  <a:pt x="1435116" y="0"/>
                </a:lnTo>
                <a:lnTo>
                  <a:pt x="1435116" y="1237069"/>
                </a:lnTo>
                <a:lnTo>
                  <a:pt x="0" y="123706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9086217" y="4446073"/>
            <a:ext cx="47625" cy="4637272"/>
            <a:chOff x="0" y="0"/>
            <a:chExt cx="12543" cy="122133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543" cy="1221339"/>
            </a:xfrm>
            <a:custGeom>
              <a:avLst/>
              <a:gdLst/>
              <a:ahLst/>
              <a:cxnLst/>
              <a:rect r="r" b="b" t="t" l="l"/>
              <a:pathLst>
                <a:path h="1221339" w="12543">
                  <a:moveTo>
                    <a:pt x="0" y="0"/>
                  </a:moveTo>
                  <a:lnTo>
                    <a:pt x="12543" y="0"/>
                  </a:lnTo>
                  <a:lnTo>
                    <a:pt x="12543" y="1221339"/>
                  </a:lnTo>
                  <a:lnTo>
                    <a:pt x="0" y="1221339"/>
                  </a:lnTo>
                  <a:close/>
                </a:path>
              </a:pathLst>
            </a:custGeom>
            <a:solidFill>
              <a:srgbClr val="009245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12543" cy="12403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633448" y="374453"/>
            <a:ext cx="17021103" cy="3136258"/>
          </a:xfrm>
          <a:custGeom>
            <a:avLst/>
            <a:gdLst/>
            <a:ahLst/>
            <a:cxnLst/>
            <a:rect r="r" b="b" t="t" l="l"/>
            <a:pathLst>
              <a:path h="3136258" w="17021103">
                <a:moveTo>
                  <a:pt x="0" y="0"/>
                </a:moveTo>
                <a:lnTo>
                  <a:pt x="17021104" y="0"/>
                </a:lnTo>
                <a:lnTo>
                  <a:pt x="17021104" y="3136259"/>
                </a:lnTo>
                <a:lnTo>
                  <a:pt x="0" y="313625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172" t="-46380" r="-3721" b="-8888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729028" y="5159410"/>
            <a:ext cx="2732632" cy="3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31"/>
              </a:lnSpc>
            </a:pPr>
            <a:r>
              <a:rPr lang="en-US" b="true" sz="2341" spc="229">
                <a:solidFill>
                  <a:srgbClr val="231F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THIS PROJECT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830243" y="5191446"/>
            <a:ext cx="3813114" cy="1889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3"/>
              </a:lnSpc>
            </a:pPr>
            <a:r>
              <a:rPr lang="en-US" b="true" sz="2741" spc="268">
                <a:solidFill>
                  <a:srgbClr val="231F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Project Aim</a:t>
            </a:r>
          </a:p>
          <a:p>
            <a:pPr algn="ctr">
              <a:lnSpc>
                <a:spcPts val="3783"/>
              </a:lnSpc>
            </a:pPr>
          </a:p>
          <a:p>
            <a:pPr algn="ctr">
              <a:lnSpc>
                <a:spcPts val="3783"/>
              </a:lnSpc>
            </a:pPr>
          </a:p>
          <a:p>
            <a:pPr algn="ctr">
              <a:lnSpc>
                <a:spcPts val="3783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226541" y="5795526"/>
            <a:ext cx="7214225" cy="4437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59"/>
              </a:lnSpc>
            </a:pPr>
            <a:r>
              <a:rPr lang="en-US" sz="2144" spc="210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The Student Attendants Management System is a computer application designed to streamline the essential administrative tasks of schools. It focuses on automating student registration, class management, attendance tracking, and reporting, reducing errors from manual methods</a:t>
            </a:r>
          </a:p>
          <a:p>
            <a:pPr algn="ctr">
              <a:lnSpc>
                <a:spcPts val="2959"/>
              </a:lnSpc>
            </a:pPr>
          </a:p>
          <a:p>
            <a:pPr algn="ctr">
              <a:lnSpc>
                <a:spcPts val="2959"/>
              </a:lnSpc>
            </a:pPr>
          </a:p>
          <a:p>
            <a:pPr algn="ctr">
              <a:lnSpc>
                <a:spcPts val="2959"/>
              </a:lnSpc>
            </a:pPr>
          </a:p>
          <a:p>
            <a:pPr algn="ctr">
              <a:lnSpc>
                <a:spcPts val="2959"/>
              </a:lnSpc>
            </a:pPr>
          </a:p>
          <a:p>
            <a:pPr algn="ctr">
              <a:lnSpc>
                <a:spcPts val="2959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4180290" y="1586607"/>
            <a:ext cx="9907103" cy="2291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34"/>
              </a:lnSpc>
            </a:pPr>
            <a:r>
              <a:rPr lang="en-US" b="true" sz="8722" spc="305">
                <a:solidFill>
                  <a:srgbClr val="FDFBF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INTRODUCTION</a:t>
            </a:r>
          </a:p>
          <a:p>
            <a:pPr algn="l">
              <a:lnSpc>
                <a:spcPts val="8634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9781542" y="5777174"/>
            <a:ext cx="7214225" cy="2579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59"/>
              </a:lnSpc>
            </a:pPr>
            <a:r>
              <a:rPr lang="en-US" sz="2144" spc="210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To provide a cost-effective, user-friendly, and centralized digital platform to replace manual paper record-keeping, ensuring data accuracy and improving administrative decision-making in resource-constrained schools.</a:t>
            </a:r>
          </a:p>
          <a:p>
            <a:pPr algn="ctr">
              <a:lnSpc>
                <a:spcPts val="2959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847318" y="1172241"/>
            <a:ext cx="1183955" cy="1136738"/>
          </a:xfrm>
          <a:custGeom>
            <a:avLst/>
            <a:gdLst/>
            <a:ahLst/>
            <a:cxnLst/>
            <a:rect r="r" b="b" t="t" l="l"/>
            <a:pathLst>
              <a:path h="1136738" w="1183955">
                <a:moveTo>
                  <a:pt x="0" y="0"/>
                </a:moveTo>
                <a:lnTo>
                  <a:pt x="1183954" y="0"/>
                </a:lnTo>
                <a:lnTo>
                  <a:pt x="1183954" y="1136738"/>
                </a:lnTo>
                <a:lnTo>
                  <a:pt x="0" y="11367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106384" y="4731755"/>
            <a:ext cx="1435116" cy="1237070"/>
          </a:xfrm>
          <a:custGeom>
            <a:avLst/>
            <a:gdLst/>
            <a:ahLst/>
            <a:cxnLst/>
            <a:rect r="r" b="b" t="t" l="l"/>
            <a:pathLst>
              <a:path h="1237070" w="1435116">
                <a:moveTo>
                  <a:pt x="0" y="0"/>
                </a:moveTo>
                <a:lnTo>
                  <a:pt x="1435116" y="0"/>
                </a:lnTo>
                <a:lnTo>
                  <a:pt x="1435116" y="1237070"/>
                </a:lnTo>
                <a:lnTo>
                  <a:pt x="0" y="123707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9800522" y="941365"/>
            <a:ext cx="47625" cy="7808720"/>
            <a:chOff x="0" y="0"/>
            <a:chExt cx="12543" cy="205661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543" cy="2056618"/>
            </a:xfrm>
            <a:custGeom>
              <a:avLst/>
              <a:gdLst/>
              <a:ahLst/>
              <a:cxnLst/>
              <a:rect r="r" b="b" t="t" l="l"/>
              <a:pathLst>
                <a:path h="2056618" w="12543">
                  <a:moveTo>
                    <a:pt x="0" y="0"/>
                  </a:moveTo>
                  <a:lnTo>
                    <a:pt x="12543" y="0"/>
                  </a:lnTo>
                  <a:lnTo>
                    <a:pt x="12543" y="2056618"/>
                  </a:lnTo>
                  <a:lnTo>
                    <a:pt x="0" y="2056618"/>
                  </a:lnTo>
                  <a:close/>
                </a:path>
              </a:pathLst>
            </a:custGeom>
            <a:solidFill>
              <a:srgbClr val="00924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2543" cy="20756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587128" y="941365"/>
            <a:ext cx="5609777" cy="3790390"/>
          </a:xfrm>
          <a:custGeom>
            <a:avLst/>
            <a:gdLst/>
            <a:ahLst/>
            <a:cxnLst/>
            <a:rect r="r" b="b" t="t" l="l"/>
            <a:pathLst>
              <a:path h="3790390" w="5609777">
                <a:moveTo>
                  <a:pt x="0" y="0"/>
                </a:moveTo>
                <a:lnTo>
                  <a:pt x="5609777" y="0"/>
                </a:lnTo>
                <a:lnTo>
                  <a:pt x="5609777" y="3790390"/>
                </a:lnTo>
                <a:lnTo>
                  <a:pt x="0" y="379039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3830" t="-20137" r="-19021" b="-9734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847318" y="5587302"/>
            <a:ext cx="5901478" cy="3931660"/>
          </a:xfrm>
          <a:custGeom>
            <a:avLst/>
            <a:gdLst/>
            <a:ahLst/>
            <a:cxnLst/>
            <a:rect r="r" b="b" t="t" l="l"/>
            <a:pathLst>
              <a:path h="3931660" w="5901478">
                <a:moveTo>
                  <a:pt x="0" y="0"/>
                </a:moveTo>
                <a:lnTo>
                  <a:pt x="5901477" y="0"/>
                </a:lnTo>
                <a:lnTo>
                  <a:pt x="5901477" y="3931660"/>
                </a:lnTo>
                <a:lnTo>
                  <a:pt x="0" y="393166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2307497" y="1105566"/>
            <a:ext cx="4282453" cy="1924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63"/>
              </a:lnSpc>
            </a:pPr>
            <a:r>
              <a:rPr lang="en-US" b="true" sz="3741" spc="366">
                <a:solidFill>
                  <a:srgbClr val="231F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The Problem I Found</a:t>
            </a:r>
          </a:p>
          <a:p>
            <a:pPr algn="ctr">
              <a:lnSpc>
                <a:spcPts val="5163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3649155" y="4958456"/>
            <a:ext cx="3813114" cy="628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63"/>
              </a:lnSpc>
            </a:pPr>
            <a:r>
              <a:rPr lang="en-US" b="true" sz="3741" spc="366">
                <a:solidFill>
                  <a:srgbClr val="231F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My Solution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648247" y="2892977"/>
            <a:ext cx="7214225" cy="3322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2974" indent="-231487" lvl="1">
              <a:lnSpc>
                <a:spcPts val="2959"/>
              </a:lnSpc>
              <a:buFont typeface="Arial"/>
              <a:buChar char="•"/>
            </a:pPr>
            <a:r>
              <a:rPr lang="en-US" sz="2144" spc="210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Manual processes use Paper Registers or basic spreadsheets.</a:t>
            </a:r>
          </a:p>
          <a:p>
            <a:pPr algn="l" marL="462974" indent="-231487" lvl="1">
              <a:lnSpc>
                <a:spcPts val="2959"/>
              </a:lnSpc>
              <a:buFont typeface="Arial"/>
              <a:buChar char="•"/>
            </a:pPr>
            <a:r>
              <a:rPr lang="en-US" sz="2144" spc="210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Methods are time-consuming and error-prone.</a:t>
            </a:r>
          </a:p>
          <a:p>
            <a:pPr algn="l" marL="462974" indent="-231487" lvl="1">
              <a:lnSpc>
                <a:spcPts val="2959"/>
              </a:lnSpc>
              <a:buFont typeface="Arial"/>
              <a:buChar char="•"/>
            </a:pPr>
            <a:r>
              <a:rPr lang="en-US" sz="2144" spc="210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 Leads to high workload (Administrative Overload) for staff.</a:t>
            </a:r>
          </a:p>
          <a:p>
            <a:pPr algn="l" marL="462974" indent="-231487" lvl="1">
              <a:lnSpc>
                <a:spcPts val="2959"/>
              </a:lnSpc>
              <a:buFont typeface="Arial"/>
              <a:buChar char="•"/>
            </a:pPr>
            <a:r>
              <a:rPr lang="en-US" sz="2144" spc="210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Lack of real-time insights for administrators.</a:t>
            </a:r>
          </a:p>
          <a:p>
            <a:pPr algn="ctr">
              <a:lnSpc>
                <a:spcPts val="2959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587128" y="6063167"/>
            <a:ext cx="7214225" cy="2951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62974" indent="-231487" lvl="1">
              <a:lnSpc>
                <a:spcPts val="2959"/>
              </a:lnSpc>
              <a:buFont typeface="Arial"/>
              <a:buChar char="•"/>
            </a:pPr>
            <a:r>
              <a:rPr lang="en-US" sz="2144" spc="210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Deploy a Centralized Digital Platform for all records.</a:t>
            </a:r>
          </a:p>
          <a:p>
            <a:pPr algn="just" marL="462974" indent="-231487" lvl="1">
              <a:lnSpc>
                <a:spcPts val="2959"/>
              </a:lnSpc>
              <a:buFont typeface="Arial"/>
              <a:buChar char="•"/>
            </a:pPr>
            <a:r>
              <a:rPr lang="en-US" sz="2144" spc="210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Provide Secure Login with role-based access.</a:t>
            </a:r>
          </a:p>
          <a:p>
            <a:pPr algn="just" marL="462974" indent="-231487" lvl="1">
              <a:lnSpc>
                <a:spcPts val="2959"/>
              </a:lnSpc>
              <a:buFont typeface="Arial"/>
              <a:buChar char="•"/>
            </a:pPr>
            <a:r>
              <a:rPr lang="en-US" sz="2144" spc="210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Ensure Data Accuracy and consistency.</a:t>
            </a:r>
          </a:p>
          <a:p>
            <a:pPr algn="just" marL="462974" indent="-231487" lvl="1">
              <a:lnSpc>
                <a:spcPts val="2959"/>
              </a:lnSpc>
              <a:buFont typeface="Arial"/>
              <a:buChar char="•"/>
            </a:pPr>
            <a:r>
              <a:rPr lang="en-US" sz="2144" spc="210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Offers an Efficient Attendance marking module.</a:t>
            </a:r>
          </a:p>
          <a:p>
            <a:pPr algn="just">
              <a:lnSpc>
                <a:spcPts val="2959"/>
              </a:lnSpc>
            </a:pPr>
          </a:p>
        </p:txBody>
      </p:sp>
      <p:grpSp>
        <p:nvGrpSpPr>
          <p:cNvPr name="Group 14" id="14"/>
          <p:cNvGrpSpPr/>
          <p:nvPr/>
        </p:nvGrpSpPr>
        <p:grpSpPr>
          <a:xfrm rot="0">
            <a:off x="-1775197" y="-918195"/>
            <a:ext cx="3086100" cy="11299900"/>
            <a:chOff x="0" y="0"/>
            <a:chExt cx="812800" cy="297610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2976105"/>
            </a:xfrm>
            <a:custGeom>
              <a:avLst/>
              <a:gdLst/>
              <a:ahLst/>
              <a:cxnLst/>
              <a:rect r="r" b="b" t="t" l="l"/>
              <a:pathLst>
                <a:path h="2976105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976105"/>
                  </a:lnTo>
                  <a:lnTo>
                    <a:pt x="0" y="2976105"/>
                  </a:lnTo>
                  <a:close/>
                </a:path>
              </a:pathLst>
            </a:custGeom>
            <a:solidFill>
              <a:srgbClr val="1C5739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812800" cy="29951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6384715" y="8477346"/>
            <a:ext cx="3806571" cy="2083232"/>
          </a:xfrm>
          <a:custGeom>
            <a:avLst/>
            <a:gdLst/>
            <a:ahLst/>
            <a:cxnLst/>
            <a:rect r="r" b="b" t="t" l="l"/>
            <a:pathLst>
              <a:path h="2083232" w="3806571">
                <a:moveTo>
                  <a:pt x="0" y="0"/>
                </a:moveTo>
                <a:lnTo>
                  <a:pt x="3806570" y="0"/>
                </a:lnTo>
                <a:lnTo>
                  <a:pt x="3806570" y="2083232"/>
                </a:lnTo>
                <a:lnTo>
                  <a:pt x="0" y="208323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277313" y="2114043"/>
            <a:ext cx="6972308" cy="6975247"/>
            <a:chOff x="0" y="0"/>
            <a:chExt cx="6832800" cy="68356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508"/>
              <a:ext cx="6832726" cy="6835140"/>
            </a:xfrm>
            <a:custGeom>
              <a:avLst/>
              <a:gdLst/>
              <a:ahLst/>
              <a:cxnLst/>
              <a:rect r="r" b="b" t="t" l="l"/>
              <a:pathLst>
                <a:path h="6835140" w="6832726">
                  <a:moveTo>
                    <a:pt x="3408807" y="6835140"/>
                  </a:moveTo>
                  <a:cubicBezTo>
                    <a:pt x="3385947" y="6835140"/>
                    <a:pt x="3370707" y="6812280"/>
                    <a:pt x="3370707" y="6797040"/>
                  </a:cubicBezTo>
                  <a:cubicBezTo>
                    <a:pt x="3370707" y="6774180"/>
                    <a:pt x="3385947" y="6758940"/>
                    <a:pt x="3408807" y="6758940"/>
                  </a:cubicBezTo>
                  <a:cubicBezTo>
                    <a:pt x="3424047" y="6758940"/>
                    <a:pt x="3446907" y="6774180"/>
                    <a:pt x="3446907" y="6797040"/>
                  </a:cubicBezTo>
                  <a:cubicBezTo>
                    <a:pt x="3446907" y="6812280"/>
                    <a:pt x="3424047" y="6835140"/>
                    <a:pt x="3408807" y="6835140"/>
                  </a:cubicBezTo>
                  <a:close/>
                  <a:moveTo>
                    <a:pt x="3584194" y="6789420"/>
                  </a:moveTo>
                  <a:cubicBezTo>
                    <a:pt x="3584194" y="6766560"/>
                    <a:pt x="3599434" y="6751320"/>
                    <a:pt x="3614674" y="6751320"/>
                  </a:cubicBezTo>
                  <a:cubicBezTo>
                    <a:pt x="3637534" y="6751320"/>
                    <a:pt x="3660394" y="6766560"/>
                    <a:pt x="3660394" y="6789420"/>
                  </a:cubicBezTo>
                  <a:cubicBezTo>
                    <a:pt x="3660394" y="6804660"/>
                    <a:pt x="3645154" y="6827520"/>
                    <a:pt x="3622294" y="6827520"/>
                  </a:cubicBezTo>
                  <a:cubicBezTo>
                    <a:pt x="3599434" y="6827520"/>
                    <a:pt x="3584194" y="6812280"/>
                    <a:pt x="3584194" y="6789420"/>
                  </a:cubicBezTo>
                  <a:close/>
                  <a:moveTo>
                    <a:pt x="3187700" y="6827520"/>
                  </a:moveTo>
                  <a:cubicBezTo>
                    <a:pt x="3172460" y="6827520"/>
                    <a:pt x="3149600" y="6804660"/>
                    <a:pt x="3157220" y="6781800"/>
                  </a:cubicBezTo>
                  <a:cubicBezTo>
                    <a:pt x="3157220" y="6766560"/>
                    <a:pt x="3172460" y="6751320"/>
                    <a:pt x="3195320" y="6751320"/>
                  </a:cubicBezTo>
                  <a:cubicBezTo>
                    <a:pt x="3218180" y="6751320"/>
                    <a:pt x="3233420" y="6766560"/>
                    <a:pt x="3233420" y="6789420"/>
                  </a:cubicBezTo>
                  <a:cubicBezTo>
                    <a:pt x="3225800" y="6812280"/>
                    <a:pt x="3210560" y="6827520"/>
                    <a:pt x="3195320" y="6827520"/>
                  </a:cubicBezTo>
                  <a:cubicBezTo>
                    <a:pt x="3195320" y="6827520"/>
                    <a:pt x="3187700" y="6827520"/>
                    <a:pt x="3187700" y="6827520"/>
                  </a:cubicBezTo>
                  <a:close/>
                  <a:moveTo>
                    <a:pt x="3797808" y="6774053"/>
                  </a:moveTo>
                  <a:cubicBezTo>
                    <a:pt x="3790188" y="6751193"/>
                    <a:pt x="3805428" y="6735953"/>
                    <a:pt x="3828288" y="6728333"/>
                  </a:cubicBezTo>
                  <a:cubicBezTo>
                    <a:pt x="3851148" y="6728333"/>
                    <a:pt x="3866388" y="6743573"/>
                    <a:pt x="3874008" y="6766433"/>
                  </a:cubicBezTo>
                  <a:cubicBezTo>
                    <a:pt x="3874008" y="6781673"/>
                    <a:pt x="3858768" y="6804533"/>
                    <a:pt x="3835908" y="6804533"/>
                  </a:cubicBezTo>
                  <a:cubicBezTo>
                    <a:pt x="3813048" y="6804533"/>
                    <a:pt x="3797808" y="6789293"/>
                    <a:pt x="3797808" y="6774053"/>
                  </a:cubicBezTo>
                  <a:close/>
                  <a:moveTo>
                    <a:pt x="2974213" y="6804533"/>
                  </a:moveTo>
                  <a:cubicBezTo>
                    <a:pt x="2951353" y="6804533"/>
                    <a:pt x="2936113" y="6781673"/>
                    <a:pt x="2943733" y="6758813"/>
                  </a:cubicBezTo>
                  <a:cubicBezTo>
                    <a:pt x="2943733" y="6743573"/>
                    <a:pt x="2966593" y="6728333"/>
                    <a:pt x="2981833" y="6728333"/>
                  </a:cubicBezTo>
                  <a:cubicBezTo>
                    <a:pt x="3004693" y="6728333"/>
                    <a:pt x="3019933" y="6751193"/>
                    <a:pt x="3019933" y="6774053"/>
                  </a:cubicBezTo>
                  <a:cubicBezTo>
                    <a:pt x="3012313" y="6789293"/>
                    <a:pt x="2997073" y="6804533"/>
                    <a:pt x="2981833" y="6804533"/>
                  </a:cubicBezTo>
                  <a:cubicBezTo>
                    <a:pt x="2974213" y="6804533"/>
                    <a:pt x="2974213" y="6804533"/>
                    <a:pt x="2974213" y="6804533"/>
                  </a:cubicBezTo>
                  <a:close/>
                  <a:moveTo>
                    <a:pt x="4011295" y="6743446"/>
                  </a:moveTo>
                  <a:cubicBezTo>
                    <a:pt x="4003675" y="6720586"/>
                    <a:pt x="4018915" y="6705346"/>
                    <a:pt x="4041775" y="6697726"/>
                  </a:cubicBezTo>
                  <a:cubicBezTo>
                    <a:pt x="4057015" y="6697726"/>
                    <a:pt x="4079875" y="6705346"/>
                    <a:pt x="4079875" y="6728206"/>
                  </a:cubicBezTo>
                  <a:cubicBezTo>
                    <a:pt x="4087495" y="6751066"/>
                    <a:pt x="4072255" y="6766306"/>
                    <a:pt x="4049395" y="6773926"/>
                  </a:cubicBezTo>
                  <a:cubicBezTo>
                    <a:pt x="4049395" y="6773926"/>
                    <a:pt x="4049395" y="6773926"/>
                    <a:pt x="4041775" y="6773926"/>
                  </a:cubicBezTo>
                  <a:cubicBezTo>
                    <a:pt x="4026535" y="6773926"/>
                    <a:pt x="4011295" y="6758686"/>
                    <a:pt x="4011295" y="6743446"/>
                  </a:cubicBezTo>
                  <a:close/>
                  <a:moveTo>
                    <a:pt x="2760599" y="6766306"/>
                  </a:moveTo>
                  <a:cubicBezTo>
                    <a:pt x="2737739" y="6766306"/>
                    <a:pt x="2730119" y="6743446"/>
                    <a:pt x="2730119" y="6728206"/>
                  </a:cubicBezTo>
                  <a:cubicBezTo>
                    <a:pt x="2737739" y="6705346"/>
                    <a:pt x="2752979" y="6690106"/>
                    <a:pt x="2775839" y="6697726"/>
                  </a:cubicBezTo>
                  <a:cubicBezTo>
                    <a:pt x="2798699" y="6697726"/>
                    <a:pt x="2806319" y="6720586"/>
                    <a:pt x="2806319" y="6735826"/>
                  </a:cubicBezTo>
                  <a:cubicBezTo>
                    <a:pt x="2798699" y="6758686"/>
                    <a:pt x="2783459" y="6773926"/>
                    <a:pt x="2768219" y="6773926"/>
                  </a:cubicBezTo>
                  <a:cubicBezTo>
                    <a:pt x="2768219" y="6773926"/>
                    <a:pt x="2760599" y="6773926"/>
                    <a:pt x="2760599" y="6766306"/>
                  </a:cubicBezTo>
                  <a:close/>
                  <a:moveTo>
                    <a:pt x="4217162" y="6697599"/>
                  </a:moveTo>
                  <a:cubicBezTo>
                    <a:pt x="4209542" y="6682359"/>
                    <a:pt x="4224782" y="6659499"/>
                    <a:pt x="4247642" y="6651879"/>
                  </a:cubicBezTo>
                  <a:cubicBezTo>
                    <a:pt x="4262882" y="6644259"/>
                    <a:pt x="4285742" y="6659499"/>
                    <a:pt x="4293362" y="6682359"/>
                  </a:cubicBezTo>
                  <a:cubicBezTo>
                    <a:pt x="4293362" y="6697599"/>
                    <a:pt x="4285742" y="6720459"/>
                    <a:pt x="4262882" y="6728079"/>
                  </a:cubicBezTo>
                  <a:cubicBezTo>
                    <a:pt x="4262882" y="6728079"/>
                    <a:pt x="4255262" y="6728079"/>
                    <a:pt x="4255262" y="6728079"/>
                  </a:cubicBezTo>
                  <a:cubicBezTo>
                    <a:pt x="4240022" y="6728079"/>
                    <a:pt x="4224782" y="6712839"/>
                    <a:pt x="4217162" y="6697599"/>
                  </a:cubicBezTo>
                  <a:close/>
                  <a:moveTo>
                    <a:pt x="2547112" y="6720459"/>
                  </a:moveTo>
                  <a:cubicBezTo>
                    <a:pt x="2531872" y="6712839"/>
                    <a:pt x="2516632" y="6697599"/>
                    <a:pt x="2524252" y="6674739"/>
                  </a:cubicBezTo>
                  <a:cubicBezTo>
                    <a:pt x="2524252" y="6651879"/>
                    <a:pt x="2547112" y="6644259"/>
                    <a:pt x="2569972" y="6644259"/>
                  </a:cubicBezTo>
                  <a:cubicBezTo>
                    <a:pt x="2585212" y="6651879"/>
                    <a:pt x="2600452" y="6674739"/>
                    <a:pt x="2592832" y="6697726"/>
                  </a:cubicBezTo>
                  <a:cubicBezTo>
                    <a:pt x="2592832" y="6712966"/>
                    <a:pt x="2577592" y="6720586"/>
                    <a:pt x="2562352" y="6720586"/>
                  </a:cubicBezTo>
                  <a:cubicBezTo>
                    <a:pt x="2554732" y="6720586"/>
                    <a:pt x="2554732" y="6720586"/>
                    <a:pt x="2547112" y="6720586"/>
                  </a:cubicBezTo>
                  <a:close/>
                  <a:moveTo>
                    <a:pt x="4423029" y="6644259"/>
                  </a:moveTo>
                  <a:cubicBezTo>
                    <a:pt x="4415409" y="6621399"/>
                    <a:pt x="4430649" y="6598539"/>
                    <a:pt x="4445889" y="6590792"/>
                  </a:cubicBezTo>
                  <a:cubicBezTo>
                    <a:pt x="4468749" y="6590792"/>
                    <a:pt x="4491609" y="6598412"/>
                    <a:pt x="4499229" y="6621272"/>
                  </a:cubicBezTo>
                  <a:cubicBezTo>
                    <a:pt x="4499229" y="6636512"/>
                    <a:pt x="4491609" y="6659372"/>
                    <a:pt x="4468749" y="6666992"/>
                  </a:cubicBezTo>
                  <a:cubicBezTo>
                    <a:pt x="4468749" y="6666992"/>
                    <a:pt x="4461129" y="6666992"/>
                    <a:pt x="4461129" y="6666992"/>
                  </a:cubicBezTo>
                  <a:cubicBezTo>
                    <a:pt x="4445889" y="6666992"/>
                    <a:pt x="4430649" y="6659372"/>
                    <a:pt x="4423029" y="6644132"/>
                  </a:cubicBezTo>
                  <a:close/>
                  <a:moveTo>
                    <a:pt x="2341118" y="6659372"/>
                  </a:moveTo>
                  <a:cubicBezTo>
                    <a:pt x="2318258" y="6651752"/>
                    <a:pt x="2310638" y="6628892"/>
                    <a:pt x="2318258" y="6613652"/>
                  </a:cubicBezTo>
                  <a:cubicBezTo>
                    <a:pt x="2325878" y="6590792"/>
                    <a:pt x="2348738" y="6583172"/>
                    <a:pt x="2363978" y="6590792"/>
                  </a:cubicBezTo>
                  <a:cubicBezTo>
                    <a:pt x="2386838" y="6590792"/>
                    <a:pt x="2394458" y="6613652"/>
                    <a:pt x="2386838" y="6636512"/>
                  </a:cubicBezTo>
                  <a:cubicBezTo>
                    <a:pt x="2386838" y="6651752"/>
                    <a:pt x="2371598" y="6659372"/>
                    <a:pt x="2356358" y="6659372"/>
                  </a:cubicBezTo>
                  <a:cubicBezTo>
                    <a:pt x="2348738" y="6659372"/>
                    <a:pt x="2348738" y="6659372"/>
                    <a:pt x="2341118" y="6659372"/>
                  </a:cubicBezTo>
                  <a:close/>
                  <a:moveTo>
                    <a:pt x="4628896" y="6567805"/>
                  </a:moveTo>
                  <a:cubicBezTo>
                    <a:pt x="4621276" y="6552565"/>
                    <a:pt x="4628896" y="6529705"/>
                    <a:pt x="4644136" y="6522085"/>
                  </a:cubicBezTo>
                  <a:cubicBezTo>
                    <a:pt x="4666996" y="6514465"/>
                    <a:pt x="4689856" y="6522085"/>
                    <a:pt x="4697476" y="6544945"/>
                  </a:cubicBezTo>
                  <a:cubicBezTo>
                    <a:pt x="4705096" y="6560185"/>
                    <a:pt x="4697476" y="6583045"/>
                    <a:pt x="4674616" y="6590665"/>
                  </a:cubicBezTo>
                  <a:cubicBezTo>
                    <a:pt x="4674616" y="6590665"/>
                    <a:pt x="4666996" y="6598285"/>
                    <a:pt x="4659376" y="6598285"/>
                  </a:cubicBezTo>
                  <a:cubicBezTo>
                    <a:pt x="4644136" y="6598285"/>
                    <a:pt x="4628896" y="6583045"/>
                    <a:pt x="4628896" y="6567805"/>
                  </a:cubicBezTo>
                  <a:close/>
                  <a:moveTo>
                    <a:pt x="2135251" y="6583045"/>
                  </a:moveTo>
                  <a:cubicBezTo>
                    <a:pt x="2120011" y="6575425"/>
                    <a:pt x="2112391" y="6552565"/>
                    <a:pt x="2120011" y="6537325"/>
                  </a:cubicBezTo>
                  <a:cubicBezTo>
                    <a:pt x="2127631" y="6514465"/>
                    <a:pt x="2150491" y="6506845"/>
                    <a:pt x="2165731" y="6514465"/>
                  </a:cubicBezTo>
                  <a:cubicBezTo>
                    <a:pt x="2188591" y="6522085"/>
                    <a:pt x="2196211" y="6544945"/>
                    <a:pt x="2188591" y="6560185"/>
                  </a:cubicBezTo>
                  <a:cubicBezTo>
                    <a:pt x="2180971" y="6575425"/>
                    <a:pt x="2165731" y="6590665"/>
                    <a:pt x="2150491" y="6590665"/>
                  </a:cubicBezTo>
                  <a:cubicBezTo>
                    <a:pt x="2150491" y="6590665"/>
                    <a:pt x="2142871" y="6590665"/>
                    <a:pt x="2135251" y="6583045"/>
                  </a:cubicBezTo>
                  <a:close/>
                  <a:moveTo>
                    <a:pt x="4827143" y="6491478"/>
                  </a:moveTo>
                  <a:cubicBezTo>
                    <a:pt x="4811903" y="6468618"/>
                    <a:pt x="4819523" y="6445758"/>
                    <a:pt x="4842383" y="6438011"/>
                  </a:cubicBezTo>
                  <a:cubicBezTo>
                    <a:pt x="4857623" y="6430391"/>
                    <a:pt x="4880483" y="6438011"/>
                    <a:pt x="4895723" y="6453251"/>
                  </a:cubicBezTo>
                  <a:cubicBezTo>
                    <a:pt x="4903343" y="6476111"/>
                    <a:pt x="4895723" y="6498971"/>
                    <a:pt x="4872863" y="6506718"/>
                  </a:cubicBezTo>
                  <a:cubicBezTo>
                    <a:pt x="4872863" y="6506718"/>
                    <a:pt x="4865243" y="6506718"/>
                    <a:pt x="4857623" y="6506718"/>
                  </a:cubicBezTo>
                  <a:cubicBezTo>
                    <a:pt x="4842383" y="6506718"/>
                    <a:pt x="4827143" y="6499098"/>
                    <a:pt x="4827143" y="6491478"/>
                  </a:cubicBezTo>
                  <a:close/>
                  <a:moveTo>
                    <a:pt x="1936877" y="6499098"/>
                  </a:moveTo>
                  <a:cubicBezTo>
                    <a:pt x="1921637" y="6491478"/>
                    <a:pt x="1914017" y="6468618"/>
                    <a:pt x="1921637" y="6445631"/>
                  </a:cubicBezTo>
                  <a:cubicBezTo>
                    <a:pt x="1929257" y="6430391"/>
                    <a:pt x="1952117" y="6422771"/>
                    <a:pt x="1974977" y="6430391"/>
                  </a:cubicBezTo>
                  <a:cubicBezTo>
                    <a:pt x="1990217" y="6438011"/>
                    <a:pt x="1997837" y="6460871"/>
                    <a:pt x="1990217" y="6476111"/>
                  </a:cubicBezTo>
                  <a:cubicBezTo>
                    <a:pt x="1982597" y="6491351"/>
                    <a:pt x="1967357" y="6498971"/>
                    <a:pt x="1959737" y="6498971"/>
                  </a:cubicBezTo>
                  <a:cubicBezTo>
                    <a:pt x="1952117" y="6498971"/>
                    <a:pt x="1944497" y="6498971"/>
                    <a:pt x="1936877" y="6498971"/>
                  </a:cubicBezTo>
                  <a:close/>
                  <a:moveTo>
                    <a:pt x="5017770" y="6392164"/>
                  </a:moveTo>
                  <a:cubicBezTo>
                    <a:pt x="5002530" y="6376924"/>
                    <a:pt x="5010150" y="6354064"/>
                    <a:pt x="5033010" y="6338697"/>
                  </a:cubicBezTo>
                  <a:cubicBezTo>
                    <a:pt x="5048250" y="6331077"/>
                    <a:pt x="5071110" y="6338697"/>
                    <a:pt x="5078730" y="6353937"/>
                  </a:cubicBezTo>
                  <a:cubicBezTo>
                    <a:pt x="5093970" y="6376797"/>
                    <a:pt x="5086350" y="6399657"/>
                    <a:pt x="5063490" y="6407404"/>
                  </a:cubicBezTo>
                  <a:cubicBezTo>
                    <a:pt x="5063490" y="6407404"/>
                    <a:pt x="5055870" y="6415024"/>
                    <a:pt x="5048250" y="6415024"/>
                  </a:cubicBezTo>
                  <a:cubicBezTo>
                    <a:pt x="5033010" y="6415024"/>
                    <a:pt x="5025390" y="6407404"/>
                    <a:pt x="5017770" y="6392164"/>
                  </a:cubicBezTo>
                  <a:close/>
                  <a:moveTo>
                    <a:pt x="1746250" y="6399784"/>
                  </a:moveTo>
                  <a:cubicBezTo>
                    <a:pt x="1731010" y="6384544"/>
                    <a:pt x="1723390" y="6361684"/>
                    <a:pt x="1731010" y="6346317"/>
                  </a:cubicBezTo>
                  <a:cubicBezTo>
                    <a:pt x="1746250" y="6323457"/>
                    <a:pt x="1769110" y="6323457"/>
                    <a:pt x="1784350" y="6331077"/>
                  </a:cubicBezTo>
                  <a:cubicBezTo>
                    <a:pt x="1807210" y="6338697"/>
                    <a:pt x="1807210" y="6361557"/>
                    <a:pt x="1799590" y="6384544"/>
                  </a:cubicBezTo>
                  <a:cubicBezTo>
                    <a:pt x="1791970" y="6392164"/>
                    <a:pt x="1776730" y="6399784"/>
                    <a:pt x="1769110" y="6399784"/>
                  </a:cubicBezTo>
                  <a:cubicBezTo>
                    <a:pt x="1761490" y="6399784"/>
                    <a:pt x="1753870" y="6399784"/>
                    <a:pt x="1746250" y="6399784"/>
                  </a:cubicBezTo>
                  <a:close/>
                  <a:moveTo>
                    <a:pt x="5200777" y="6285357"/>
                  </a:moveTo>
                  <a:cubicBezTo>
                    <a:pt x="5185537" y="6270117"/>
                    <a:pt x="5193157" y="6247257"/>
                    <a:pt x="5208397" y="6231890"/>
                  </a:cubicBezTo>
                  <a:cubicBezTo>
                    <a:pt x="5231257" y="6224270"/>
                    <a:pt x="5254117" y="6224270"/>
                    <a:pt x="5261737" y="6247130"/>
                  </a:cubicBezTo>
                  <a:cubicBezTo>
                    <a:pt x="5276977" y="6262370"/>
                    <a:pt x="5269357" y="6285230"/>
                    <a:pt x="5254117" y="6292850"/>
                  </a:cubicBezTo>
                  <a:cubicBezTo>
                    <a:pt x="5246497" y="6300470"/>
                    <a:pt x="5238877" y="6300470"/>
                    <a:pt x="5231257" y="6300470"/>
                  </a:cubicBezTo>
                  <a:cubicBezTo>
                    <a:pt x="5223637" y="6300470"/>
                    <a:pt x="5208397" y="6292850"/>
                    <a:pt x="5200777" y="6285230"/>
                  </a:cubicBezTo>
                  <a:close/>
                  <a:moveTo>
                    <a:pt x="1563243" y="6285230"/>
                  </a:moveTo>
                  <a:cubicBezTo>
                    <a:pt x="1548003" y="6269990"/>
                    <a:pt x="1540383" y="6247130"/>
                    <a:pt x="1548003" y="6231763"/>
                  </a:cubicBezTo>
                  <a:cubicBezTo>
                    <a:pt x="1563243" y="6216523"/>
                    <a:pt x="1586103" y="6208903"/>
                    <a:pt x="1601343" y="6224143"/>
                  </a:cubicBezTo>
                  <a:cubicBezTo>
                    <a:pt x="1624203" y="6231763"/>
                    <a:pt x="1624203" y="6254623"/>
                    <a:pt x="1616583" y="6277610"/>
                  </a:cubicBezTo>
                  <a:cubicBezTo>
                    <a:pt x="1608963" y="6285230"/>
                    <a:pt x="1593723" y="6292850"/>
                    <a:pt x="1586103" y="6292850"/>
                  </a:cubicBezTo>
                  <a:cubicBezTo>
                    <a:pt x="1578483" y="6292850"/>
                    <a:pt x="1570863" y="6292850"/>
                    <a:pt x="1563243" y="6285230"/>
                  </a:cubicBezTo>
                  <a:close/>
                  <a:moveTo>
                    <a:pt x="5376164" y="6163183"/>
                  </a:moveTo>
                  <a:cubicBezTo>
                    <a:pt x="5368544" y="6147943"/>
                    <a:pt x="5368544" y="6125083"/>
                    <a:pt x="5383784" y="6109716"/>
                  </a:cubicBezTo>
                  <a:cubicBezTo>
                    <a:pt x="5406644" y="6102096"/>
                    <a:pt x="5429504" y="6102096"/>
                    <a:pt x="5437124" y="6117336"/>
                  </a:cubicBezTo>
                  <a:cubicBezTo>
                    <a:pt x="5452364" y="6140196"/>
                    <a:pt x="5452364" y="6163056"/>
                    <a:pt x="5429504" y="6170803"/>
                  </a:cubicBezTo>
                  <a:cubicBezTo>
                    <a:pt x="5421884" y="6178423"/>
                    <a:pt x="5414264" y="6178423"/>
                    <a:pt x="5406644" y="6178423"/>
                  </a:cubicBezTo>
                  <a:cubicBezTo>
                    <a:pt x="5399024" y="6178423"/>
                    <a:pt x="5383784" y="6178423"/>
                    <a:pt x="5376164" y="6163183"/>
                  </a:cubicBezTo>
                  <a:close/>
                  <a:moveTo>
                    <a:pt x="1387856" y="6163183"/>
                  </a:moveTo>
                  <a:cubicBezTo>
                    <a:pt x="1364996" y="6147943"/>
                    <a:pt x="1364996" y="6125083"/>
                    <a:pt x="1380236" y="6109716"/>
                  </a:cubicBezTo>
                  <a:cubicBezTo>
                    <a:pt x="1387856" y="6094476"/>
                    <a:pt x="1410716" y="6086856"/>
                    <a:pt x="1425956" y="6102096"/>
                  </a:cubicBezTo>
                  <a:cubicBezTo>
                    <a:pt x="1448816" y="6109716"/>
                    <a:pt x="1448816" y="6140196"/>
                    <a:pt x="1441196" y="6155563"/>
                  </a:cubicBezTo>
                  <a:cubicBezTo>
                    <a:pt x="1433576" y="6163183"/>
                    <a:pt x="1418336" y="6170803"/>
                    <a:pt x="1410716" y="6170803"/>
                  </a:cubicBezTo>
                  <a:cubicBezTo>
                    <a:pt x="1395476" y="6170803"/>
                    <a:pt x="1387856" y="6163183"/>
                    <a:pt x="1387856" y="6163183"/>
                  </a:cubicBezTo>
                  <a:close/>
                  <a:moveTo>
                    <a:pt x="5551551" y="6033516"/>
                  </a:moveTo>
                  <a:cubicBezTo>
                    <a:pt x="5536311" y="6018276"/>
                    <a:pt x="5536311" y="5995416"/>
                    <a:pt x="5551551" y="5980049"/>
                  </a:cubicBezTo>
                  <a:cubicBezTo>
                    <a:pt x="5566791" y="5964809"/>
                    <a:pt x="5597271" y="5972429"/>
                    <a:pt x="5604891" y="5987669"/>
                  </a:cubicBezTo>
                  <a:cubicBezTo>
                    <a:pt x="5620131" y="6002909"/>
                    <a:pt x="5620131" y="6025769"/>
                    <a:pt x="5604891" y="6041136"/>
                  </a:cubicBezTo>
                  <a:cubicBezTo>
                    <a:pt x="5597271" y="6048756"/>
                    <a:pt x="5589651" y="6048756"/>
                    <a:pt x="5574411" y="6048756"/>
                  </a:cubicBezTo>
                  <a:cubicBezTo>
                    <a:pt x="5566791" y="6048756"/>
                    <a:pt x="5559171" y="6041136"/>
                    <a:pt x="5551551" y="6033516"/>
                  </a:cubicBezTo>
                  <a:close/>
                  <a:moveTo>
                    <a:pt x="1212469" y="6025896"/>
                  </a:moveTo>
                  <a:cubicBezTo>
                    <a:pt x="1197229" y="6010656"/>
                    <a:pt x="1197229" y="5987796"/>
                    <a:pt x="1212469" y="5972429"/>
                  </a:cubicBezTo>
                  <a:cubicBezTo>
                    <a:pt x="1220089" y="5957189"/>
                    <a:pt x="1250569" y="5957189"/>
                    <a:pt x="1265809" y="5972429"/>
                  </a:cubicBezTo>
                  <a:cubicBezTo>
                    <a:pt x="1281049" y="5980049"/>
                    <a:pt x="1281049" y="6002909"/>
                    <a:pt x="1265809" y="6025896"/>
                  </a:cubicBezTo>
                  <a:cubicBezTo>
                    <a:pt x="1258189" y="6033516"/>
                    <a:pt x="1250569" y="6033516"/>
                    <a:pt x="1235329" y="6033516"/>
                  </a:cubicBezTo>
                  <a:cubicBezTo>
                    <a:pt x="1227709" y="6033516"/>
                    <a:pt x="1220089" y="6033516"/>
                    <a:pt x="1212469" y="6025896"/>
                  </a:cubicBezTo>
                  <a:close/>
                  <a:moveTo>
                    <a:pt x="5711698" y="5896229"/>
                  </a:moveTo>
                  <a:cubicBezTo>
                    <a:pt x="5696458" y="5880989"/>
                    <a:pt x="5696458" y="5858129"/>
                    <a:pt x="5711698" y="5842762"/>
                  </a:cubicBezTo>
                  <a:cubicBezTo>
                    <a:pt x="5726938" y="5827522"/>
                    <a:pt x="5749798" y="5827522"/>
                    <a:pt x="5765038" y="5842762"/>
                  </a:cubicBezTo>
                  <a:cubicBezTo>
                    <a:pt x="5780278" y="5858002"/>
                    <a:pt x="5780278" y="5880862"/>
                    <a:pt x="5765038" y="5896229"/>
                  </a:cubicBezTo>
                  <a:cubicBezTo>
                    <a:pt x="5757418" y="5903849"/>
                    <a:pt x="5749798" y="5903849"/>
                    <a:pt x="5734558" y="5903849"/>
                  </a:cubicBezTo>
                  <a:cubicBezTo>
                    <a:pt x="5726938" y="5903849"/>
                    <a:pt x="5719318" y="5903849"/>
                    <a:pt x="5711698" y="5896229"/>
                  </a:cubicBezTo>
                  <a:close/>
                  <a:moveTo>
                    <a:pt x="1052322" y="5880989"/>
                  </a:moveTo>
                  <a:cubicBezTo>
                    <a:pt x="1037082" y="5865749"/>
                    <a:pt x="1037082" y="5842889"/>
                    <a:pt x="1052322" y="5827522"/>
                  </a:cubicBezTo>
                  <a:cubicBezTo>
                    <a:pt x="1067562" y="5812282"/>
                    <a:pt x="1090422" y="5812282"/>
                    <a:pt x="1105662" y="5827522"/>
                  </a:cubicBezTo>
                  <a:cubicBezTo>
                    <a:pt x="1120902" y="5842762"/>
                    <a:pt x="1120902" y="5865622"/>
                    <a:pt x="1105662" y="5880989"/>
                  </a:cubicBezTo>
                  <a:cubicBezTo>
                    <a:pt x="1098042" y="5888609"/>
                    <a:pt x="1090422" y="5896229"/>
                    <a:pt x="1082802" y="5896229"/>
                  </a:cubicBezTo>
                  <a:cubicBezTo>
                    <a:pt x="1067562" y="5896229"/>
                    <a:pt x="1059942" y="5888609"/>
                    <a:pt x="1052322" y="5880989"/>
                  </a:cubicBezTo>
                  <a:close/>
                  <a:moveTo>
                    <a:pt x="5864225" y="5743702"/>
                  </a:moveTo>
                  <a:cubicBezTo>
                    <a:pt x="5848985" y="5728462"/>
                    <a:pt x="5848985" y="5705602"/>
                    <a:pt x="5864225" y="5690235"/>
                  </a:cubicBezTo>
                  <a:cubicBezTo>
                    <a:pt x="5871845" y="5674995"/>
                    <a:pt x="5902325" y="5674995"/>
                    <a:pt x="5917565" y="5690235"/>
                  </a:cubicBezTo>
                  <a:cubicBezTo>
                    <a:pt x="5932805" y="5705475"/>
                    <a:pt x="5932805" y="5728335"/>
                    <a:pt x="5917565" y="5743702"/>
                  </a:cubicBezTo>
                  <a:cubicBezTo>
                    <a:pt x="5909945" y="5751322"/>
                    <a:pt x="5902325" y="5751322"/>
                    <a:pt x="5887085" y="5751322"/>
                  </a:cubicBezTo>
                  <a:cubicBezTo>
                    <a:pt x="5879465" y="5751322"/>
                    <a:pt x="5871845" y="5751322"/>
                    <a:pt x="5864225" y="5743702"/>
                  </a:cubicBezTo>
                  <a:close/>
                  <a:moveTo>
                    <a:pt x="899795" y="5728462"/>
                  </a:moveTo>
                  <a:cubicBezTo>
                    <a:pt x="884555" y="5713222"/>
                    <a:pt x="892175" y="5690362"/>
                    <a:pt x="907415" y="5674995"/>
                  </a:cubicBezTo>
                  <a:cubicBezTo>
                    <a:pt x="922655" y="5659755"/>
                    <a:pt x="945515" y="5659755"/>
                    <a:pt x="960755" y="5674995"/>
                  </a:cubicBezTo>
                  <a:cubicBezTo>
                    <a:pt x="975995" y="5690235"/>
                    <a:pt x="968375" y="5713095"/>
                    <a:pt x="953135" y="5728462"/>
                  </a:cubicBezTo>
                  <a:cubicBezTo>
                    <a:pt x="945515" y="5736082"/>
                    <a:pt x="937895" y="5736082"/>
                    <a:pt x="930275" y="5736082"/>
                  </a:cubicBezTo>
                  <a:cubicBezTo>
                    <a:pt x="922655" y="5736082"/>
                    <a:pt x="907415" y="5736082"/>
                    <a:pt x="899795" y="5728462"/>
                  </a:cubicBezTo>
                  <a:close/>
                  <a:moveTo>
                    <a:pt x="6009132" y="5583555"/>
                  </a:moveTo>
                  <a:cubicBezTo>
                    <a:pt x="5986272" y="5568315"/>
                    <a:pt x="5986272" y="5545455"/>
                    <a:pt x="6001512" y="5530088"/>
                  </a:cubicBezTo>
                  <a:cubicBezTo>
                    <a:pt x="6016752" y="5514848"/>
                    <a:pt x="6039612" y="5514848"/>
                    <a:pt x="6054852" y="5522468"/>
                  </a:cubicBezTo>
                  <a:cubicBezTo>
                    <a:pt x="6070092" y="5537708"/>
                    <a:pt x="6070092" y="5560568"/>
                    <a:pt x="6062472" y="5575935"/>
                  </a:cubicBezTo>
                  <a:cubicBezTo>
                    <a:pt x="6054852" y="5591175"/>
                    <a:pt x="6039612" y="5591175"/>
                    <a:pt x="6031992" y="5591175"/>
                  </a:cubicBezTo>
                  <a:cubicBezTo>
                    <a:pt x="6024372" y="5591175"/>
                    <a:pt x="6009132" y="5591175"/>
                    <a:pt x="6009132" y="5583555"/>
                  </a:cubicBezTo>
                  <a:close/>
                  <a:moveTo>
                    <a:pt x="762508" y="5560695"/>
                  </a:moveTo>
                  <a:cubicBezTo>
                    <a:pt x="747268" y="5545455"/>
                    <a:pt x="747268" y="5522595"/>
                    <a:pt x="762508" y="5507228"/>
                  </a:cubicBezTo>
                  <a:cubicBezTo>
                    <a:pt x="785368" y="5499608"/>
                    <a:pt x="808228" y="5499608"/>
                    <a:pt x="823468" y="5514848"/>
                  </a:cubicBezTo>
                  <a:cubicBezTo>
                    <a:pt x="831088" y="5530088"/>
                    <a:pt x="831088" y="5552948"/>
                    <a:pt x="815848" y="5568315"/>
                  </a:cubicBezTo>
                  <a:cubicBezTo>
                    <a:pt x="808228" y="5575935"/>
                    <a:pt x="800608" y="5575935"/>
                    <a:pt x="792988" y="5575935"/>
                  </a:cubicBezTo>
                  <a:cubicBezTo>
                    <a:pt x="777748" y="5575935"/>
                    <a:pt x="770128" y="5575935"/>
                    <a:pt x="762508" y="5560695"/>
                  </a:cubicBezTo>
                  <a:close/>
                  <a:moveTo>
                    <a:pt x="6138799" y="5415788"/>
                  </a:moveTo>
                  <a:cubicBezTo>
                    <a:pt x="6123559" y="5400548"/>
                    <a:pt x="6115939" y="5377688"/>
                    <a:pt x="6131179" y="5362321"/>
                  </a:cubicBezTo>
                  <a:cubicBezTo>
                    <a:pt x="6138799" y="5347081"/>
                    <a:pt x="6161659" y="5339461"/>
                    <a:pt x="6184519" y="5354701"/>
                  </a:cubicBezTo>
                  <a:cubicBezTo>
                    <a:pt x="6199759" y="5369941"/>
                    <a:pt x="6199759" y="5392801"/>
                    <a:pt x="6192139" y="5408168"/>
                  </a:cubicBezTo>
                  <a:cubicBezTo>
                    <a:pt x="6184519" y="5415788"/>
                    <a:pt x="6169279" y="5423408"/>
                    <a:pt x="6161659" y="5423408"/>
                  </a:cubicBezTo>
                  <a:cubicBezTo>
                    <a:pt x="6154039" y="5423408"/>
                    <a:pt x="6146419" y="5423408"/>
                    <a:pt x="6138799" y="5415788"/>
                  </a:cubicBezTo>
                  <a:close/>
                  <a:moveTo>
                    <a:pt x="632841" y="5392928"/>
                  </a:moveTo>
                  <a:cubicBezTo>
                    <a:pt x="617601" y="5370068"/>
                    <a:pt x="625221" y="5347208"/>
                    <a:pt x="640461" y="5339461"/>
                  </a:cubicBezTo>
                  <a:cubicBezTo>
                    <a:pt x="655701" y="5324221"/>
                    <a:pt x="678561" y="5331841"/>
                    <a:pt x="693801" y="5347081"/>
                  </a:cubicBezTo>
                  <a:cubicBezTo>
                    <a:pt x="701421" y="5362321"/>
                    <a:pt x="701421" y="5385181"/>
                    <a:pt x="686181" y="5400548"/>
                  </a:cubicBezTo>
                  <a:cubicBezTo>
                    <a:pt x="678561" y="5408168"/>
                    <a:pt x="670941" y="5408168"/>
                    <a:pt x="663321" y="5408168"/>
                  </a:cubicBezTo>
                  <a:cubicBezTo>
                    <a:pt x="648081" y="5408168"/>
                    <a:pt x="640461" y="5400548"/>
                    <a:pt x="632841" y="5392928"/>
                  </a:cubicBezTo>
                  <a:close/>
                  <a:moveTo>
                    <a:pt x="6260719" y="5240401"/>
                  </a:moveTo>
                  <a:cubicBezTo>
                    <a:pt x="6237859" y="5225161"/>
                    <a:pt x="6237859" y="5202301"/>
                    <a:pt x="6245479" y="5186934"/>
                  </a:cubicBezTo>
                  <a:cubicBezTo>
                    <a:pt x="6260719" y="5171694"/>
                    <a:pt x="6283579" y="5164074"/>
                    <a:pt x="6298819" y="5171694"/>
                  </a:cubicBezTo>
                  <a:cubicBezTo>
                    <a:pt x="6314059" y="5186934"/>
                    <a:pt x="6321679" y="5209794"/>
                    <a:pt x="6314059" y="5225161"/>
                  </a:cubicBezTo>
                  <a:cubicBezTo>
                    <a:pt x="6306439" y="5240401"/>
                    <a:pt x="6291199" y="5248021"/>
                    <a:pt x="6275959" y="5248021"/>
                  </a:cubicBezTo>
                  <a:cubicBezTo>
                    <a:pt x="6275959" y="5248021"/>
                    <a:pt x="6268339" y="5240401"/>
                    <a:pt x="6260719" y="5240401"/>
                  </a:cubicBezTo>
                  <a:close/>
                  <a:moveTo>
                    <a:pt x="510794" y="5209921"/>
                  </a:moveTo>
                  <a:cubicBezTo>
                    <a:pt x="495554" y="5194681"/>
                    <a:pt x="503174" y="5171821"/>
                    <a:pt x="526034" y="5156454"/>
                  </a:cubicBezTo>
                  <a:cubicBezTo>
                    <a:pt x="541274" y="5148834"/>
                    <a:pt x="564134" y="5148834"/>
                    <a:pt x="571754" y="5171694"/>
                  </a:cubicBezTo>
                  <a:cubicBezTo>
                    <a:pt x="586994" y="5186934"/>
                    <a:pt x="579374" y="5209794"/>
                    <a:pt x="564134" y="5225161"/>
                  </a:cubicBezTo>
                  <a:cubicBezTo>
                    <a:pt x="556514" y="5225161"/>
                    <a:pt x="548894" y="5225161"/>
                    <a:pt x="541274" y="5225161"/>
                  </a:cubicBezTo>
                  <a:cubicBezTo>
                    <a:pt x="526034" y="5225161"/>
                    <a:pt x="518414" y="5225161"/>
                    <a:pt x="510794" y="5209921"/>
                  </a:cubicBezTo>
                  <a:close/>
                  <a:moveTo>
                    <a:pt x="6367526" y="5057394"/>
                  </a:moveTo>
                  <a:cubicBezTo>
                    <a:pt x="6352286" y="5042154"/>
                    <a:pt x="6344666" y="5019294"/>
                    <a:pt x="6352286" y="5003927"/>
                  </a:cubicBezTo>
                  <a:cubicBezTo>
                    <a:pt x="6367526" y="4988687"/>
                    <a:pt x="6390386" y="4981067"/>
                    <a:pt x="6405626" y="4988687"/>
                  </a:cubicBezTo>
                  <a:cubicBezTo>
                    <a:pt x="6420866" y="4996307"/>
                    <a:pt x="6428486" y="5019167"/>
                    <a:pt x="6420866" y="5042154"/>
                  </a:cubicBezTo>
                  <a:cubicBezTo>
                    <a:pt x="6413246" y="5049774"/>
                    <a:pt x="6398006" y="5057394"/>
                    <a:pt x="6390386" y="5057394"/>
                  </a:cubicBezTo>
                  <a:cubicBezTo>
                    <a:pt x="6382766" y="5057394"/>
                    <a:pt x="6375146" y="5057394"/>
                    <a:pt x="6367526" y="5057394"/>
                  </a:cubicBezTo>
                  <a:close/>
                  <a:moveTo>
                    <a:pt x="404114" y="5019294"/>
                  </a:moveTo>
                  <a:cubicBezTo>
                    <a:pt x="388874" y="5004054"/>
                    <a:pt x="396494" y="4981194"/>
                    <a:pt x="419354" y="4973574"/>
                  </a:cubicBezTo>
                  <a:cubicBezTo>
                    <a:pt x="434594" y="4958334"/>
                    <a:pt x="457454" y="4965954"/>
                    <a:pt x="472694" y="4988814"/>
                  </a:cubicBezTo>
                  <a:cubicBezTo>
                    <a:pt x="480314" y="5004054"/>
                    <a:pt x="472694" y="5026914"/>
                    <a:pt x="449834" y="5034534"/>
                  </a:cubicBezTo>
                  <a:cubicBezTo>
                    <a:pt x="449834" y="5042154"/>
                    <a:pt x="442214" y="5042154"/>
                    <a:pt x="434594" y="5042154"/>
                  </a:cubicBezTo>
                  <a:cubicBezTo>
                    <a:pt x="419354" y="5042154"/>
                    <a:pt x="411734" y="5034534"/>
                    <a:pt x="404114" y="5019294"/>
                  </a:cubicBezTo>
                  <a:close/>
                  <a:moveTo>
                    <a:pt x="6466713" y="4866767"/>
                  </a:moveTo>
                  <a:cubicBezTo>
                    <a:pt x="6451473" y="4859147"/>
                    <a:pt x="6436233" y="4836287"/>
                    <a:pt x="6451473" y="4813300"/>
                  </a:cubicBezTo>
                  <a:cubicBezTo>
                    <a:pt x="6459093" y="4798060"/>
                    <a:pt x="6481953" y="4790440"/>
                    <a:pt x="6497193" y="4798060"/>
                  </a:cubicBezTo>
                  <a:cubicBezTo>
                    <a:pt x="6520053" y="4805680"/>
                    <a:pt x="6527673" y="4828540"/>
                    <a:pt x="6520053" y="4843780"/>
                  </a:cubicBezTo>
                  <a:cubicBezTo>
                    <a:pt x="6512433" y="4859020"/>
                    <a:pt x="6497193" y="4866640"/>
                    <a:pt x="6481953" y="4866640"/>
                  </a:cubicBezTo>
                  <a:cubicBezTo>
                    <a:pt x="6474333" y="4866640"/>
                    <a:pt x="6474333" y="4866640"/>
                    <a:pt x="6466713" y="4866640"/>
                  </a:cubicBezTo>
                  <a:close/>
                  <a:moveTo>
                    <a:pt x="305054" y="4828540"/>
                  </a:moveTo>
                  <a:cubicBezTo>
                    <a:pt x="297434" y="4805680"/>
                    <a:pt x="305054" y="4782820"/>
                    <a:pt x="327914" y="4775073"/>
                  </a:cubicBezTo>
                  <a:cubicBezTo>
                    <a:pt x="343154" y="4767453"/>
                    <a:pt x="366014" y="4775073"/>
                    <a:pt x="373634" y="4797933"/>
                  </a:cubicBezTo>
                  <a:cubicBezTo>
                    <a:pt x="381254" y="4813173"/>
                    <a:pt x="373634" y="4836033"/>
                    <a:pt x="358394" y="4843653"/>
                  </a:cubicBezTo>
                  <a:cubicBezTo>
                    <a:pt x="350774" y="4851273"/>
                    <a:pt x="343154" y="4851273"/>
                    <a:pt x="343154" y="4851273"/>
                  </a:cubicBezTo>
                  <a:cubicBezTo>
                    <a:pt x="327914" y="4851273"/>
                    <a:pt x="312674" y="4843653"/>
                    <a:pt x="305054" y="4828413"/>
                  </a:cubicBezTo>
                  <a:close/>
                  <a:moveTo>
                    <a:pt x="6550660" y="4668520"/>
                  </a:moveTo>
                  <a:cubicBezTo>
                    <a:pt x="6535420" y="4660900"/>
                    <a:pt x="6520180" y="4638040"/>
                    <a:pt x="6527800" y="4622800"/>
                  </a:cubicBezTo>
                  <a:cubicBezTo>
                    <a:pt x="6535420" y="4599940"/>
                    <a:pt x="6558280" y="4592320"/>
                    <a:pt x="6581140" y="4599940"/>
                  </a:cubicBezTo>
                  <a:cubicBezTo>
                    <a:pt x="6604000" y="4607560"/>
                    <a:pt x="6611620" y="4630420"/>
                    <a:pt x="6604000" y="4645660"/>
                  </a:cubicBezTo>
                  <a:cubicBezTo>
                    <a:pt x="6596380" y="4660900"/>
                    <a:pt x="6581140" y="4668520"/>
                    <a:pt x="6565900" y="4668520"/>
                  </a:cubicBezTo>
                  <a:cubicBezTo>
                    <a:pt x="6565900" y="4668520"/>
                    <a:pt x="6558280" y="4668520"/>
                    <a:pt x="6550660" y="4668520"/>
                  </a:cubicBezTo>
                  <a:close/>
                  <a:moveTo>
                    <a:pt x="221107" y="4630420"/>
                  </a:moveTo>
                  <a:cubicBezTo>
                    <a:pt x="213487" y="4607560"/>
                    <a:pt x="228727" y="4584700"/>
                    <a:pt x="243967" y="4576953"/>
                  </a:cubicBezTo>
                  <a:cubicBezTo>
                    <a:pt x="266827" y="4569333"/>
                    <a:pt x="289687" y="4584573"/>
                    <a:pt x="297307" y="4599813"/>
                  </a:cubicBezTo>
                  <a:cubicBezTo>
                    <a:pt x="304927" y="4622673"/>
                    <a:pt x="289687" y="4645533"/>
                    <a:pt x="274447" y="4653280"/>
                  </a:cubicBezTo>
                  <a:cubicBezTo>
                    <a:pt x="266827" y="4653280"/>
                    <a:pt x="266827" y="4653280"/>
                    <a:pt x="259207" y="4653280"/>
                  </a:cubicBezTo>
                  <a:cubicBezTo>
                    <a:pt x="243967" y="4653280"/>
                    <a:pt x="228727" y="4645660"/>
                    <a:pt x="221107" y="4630420"/>
                  </a:cubicBezTo>
                  <a:close/>
                  <a:moveTo>
                    <a:pt x="6626860" y="4470146"/>
                  </a:moveTo>
                  <a:cubicBezTo>
                    <a:pt x="6604000" y="4462526"/>
                    <a:pt x="6596380" y="4439666"/>
                    <a:pt x="6604000" y="4416679"/>
                  </a:cubicBezTo>
                  <a:cubicBezTo>
                    <a:pt x="6604000" y="4401439"/>
                    <a:pt x="6626860" y="4386199"/>
                    <a:pt x="6649720" y="4393819"/>
                  </a:cubicBezTo>
                  <a:cubicBezTo>
                    <a:pt x="6672580" y="4401439"/>
                    <a:pt x="6680200" y="4424299"/>
                    <a:pt x="6672580" y="4439539"/>
                  </a:cubicBezTo>
                  <a:cubicBezTo>
                    <a:pt x="6672580" y="4454779"/>
                    <a:pt x="6657340" y="4470019"/>
                    <a:pt x="6634480" y="4470019"/>
                  </a:cubicBezTo>
                  <a:cubicBezTo>
                    <a:pt x="6634480" y="4470019"/>
                    <a:pt x="6626860" y="4470019"/>
                    <a:pt x="6626860" y="4470019"/>
                  </a:cubicBezTo>
                  <a:close/>
                  <a:moveTo>
                    <a:pt x="152527" y="4424299"/>
                  </a:moveTo>
                  <a:cubicBezTo>
                    <a:pt x="144907" y="4401439"/>
                    <a:pt x="160147" y="4378579"/>
                    <a:pt x="175387" y="4378579"/>
                  </a:cubicBezTo>
                  <a:cubicBezTo>
                    <a:pt x="198247" y="4370959"/>
                    <a:pt x="221107" y="4378579"/>
                    <a:pt x="228727" y="4401439"/>
                  </a:cubicBezTo>
                  <a:cubicBezTo>
                    <a:pt x="228727" y="4424299"/>
                    <a:pt x="221107" y="4439539"/>
                    <a:pt x="198247" y="4447159"/>
                  </a:cubicBezTo>
                  <a:cubicBezTo>
                    <a:pt x="198247" y="4447159"/>
                    <a:pt x="190627" y="4447159"/>
                    <a:pt x="190627" y="4447159"/>
                  </a:cubicBezTo>
                  <a:cubicBezTo>
                    <a:pt x="175387" y="4447159"/>
                    <a:pt x="160147" y="4439539"/>
                    <a:pt x="152527" y="4424299"/>
                  </a:cubicBezTo>
                  <a:close/>
                  <a:moveTo>
                    <a:pt x="6687947" y="4264025"/>
                  </a:moveTo>
                  <a:cubicBezTo>
                    <a:pt x="6665086" y="4256405"/>
                    <a:pt x="6649847" y="4233545"/>
                    <a:pt x="6657467" y="4218305"/>
                  </a:cubicBezTo>
                  <a:cubicBezTo>
                    <a:pt x="6665086" y="4195445"/>
                    <a:pt x="6680326" y="4180205"/>
                    <a:pt x="6703186" y="4187825"/>
                  </a:cubicBezTo>
                  <a:cubicBezTo>
                    <a:pt x="6726047" y="4195445"/>
                    <a:pt x="6733667" y="4210685"/>
                    <a:pt x="6733667" y="4233545"/>
                  </a:cubicBezTo>
                  <a:cubicBezTo>
                    <a:pt x="6726047" y="4248785"/>
                    <a:pt x="6710807" y="4264025"/>
                    <a:pt x="6695567" y="4264025"/>
                  </a:cubicBezTo>
                  <a:cubicBezTo>
                    <a:pt x="6695567" y="4264025"/>
                    <a:pt x="6687947" y="4264025"/>
                    <a:pt x="6687947" y="4264025"/>
                  </a:cubicBezTo>
                  <a:close/>
                  <a:moveTo>
                    <a:pt x="99187" y="4210812"/>
                  </a:moveTo>
                  <a:cubicBezTo>
                    <a:pt x="91567" y="4195572"/>
                    <a:pt x="106807" y="4172712"/>
                    <a:pt x="122047" y="4165092"/>
                  </a:cubicBezTo>
                  <a:cubicBezTo>
                    <a:pt x="144907" y="4165092"/>
                    <a:pt x="167767" y="4172712"/>
                    <a:pt x="167767" y="4195572"/>
                  </a:cubicBezTo>
                  <a:cubicBezTo>
                    <a:pt x="175387" y="4218432"/>
                    <a:pt x="160147" y="4241292"/>
                    <a:pt x="144907" y="4241292"/>
                  </a:cubicBezTo>
                  <a:cubicBezTo>
                    <a:pt x="137287" y="4241292"/>
                    <a:pt x="137287" y="4241292"/>
                    <a:pt x="129667" y="4241292"/>
                  </a:cubicBezTo>
                  <a:cubicBezTo>
                    <a:pt x="114427" y="4241292"/>
                    <a:pt x="99187" y="4233672"/>
                    <a:pt x="99187" y="4210812"/>
                  </a:cubicBezTo>
                  <a:close/>
                  <a:moveTo>
                    <a:pt x="6733667" y="4050538"/>
                  </a:moveTo>
                  <a:cubicBezTo>
                    <a:pt x="6710807" y="4050538"/>
                    <a:pt x="6695567" y="4027678"/>
                    <a:pt x="6703187" y="4004818"/>
                  </a:cubicBezTo>
                  <a:cubicBezTo>
                    <a:pt x="6703187" y="3989578"/>
                    <a:pt x="6726048" y="3974338"/>
                    <a:pt x="6748907" y="3974338"/>
                  </a:cubicBezTo>
                  <a:cubicBezTo>
                    <a:pt x="6764148" y="3981958"/>
                    <a:pt x="6779387" y="3997198"/>
                    <a:pt x="6779387" y="4020058"/>
                  </a:cubicBezTo>
                  <a:cubicBezTo>
                    <a:pt x="6771767" y="4042918"/>
                    <a:pt x="6756527" y="4050538"/>
                    <a:pt x="6741287" y="4050538"/>
                  </a:cubicBezTo>
                  <a:cubicBezTo>
                    <a:pt x="6741287" y="4050538"/>
                    <a:pt x="6733667" y="4050538"/>
                    <a:pt x="6733667" y="4050538"/>
                  </a:cubicBezTo>
                  <a:close/>
                  <a:moveTo>
                    <a:pt x="53340" y="4004818"/>
                  </a:moveTo>
                  <a:cubicBezTo>
                    <a:pt x="45720" y="3981958"/>
                    <a:pt x="60960" y="3959098"/>
                    <a:pt x="83820" y="3959098"/>
                  </a:cubicBezTo>
                  <a:cubicBezTo>
                    <a:pt x="106680" y="3951478"/>
                    <a:pt x="121920" y="3966718"/>
                    <a:pt x="129540" y="3989578"/>
                  </a:cubicBezTo>
                  <a:cubicBezTo>
                    <a:pt x="129540" y="4012438"/>
                    <a:pt x="114300" y="4027678"/>
                    <a:pt x="99060" y="4035298"/>
                  </a:cubicBezTo>
                  <a:cubicBezTo>
                    <a:pt x="91440" y="4035298"/>
                    <a:pt x="91440" y="4035298"/>
                    <a:pt x="91440" y="4035298"/>
                  </a:cubicBezTo>
                  <a:cubicBezTo>
                    <a:pt x="68580" y="4035298"/>
                    <a:pt x="53340" y="4020058"/>
                    <a:pt x="53340" y="4004818"/>
                  </a:cubicBezTo>
                  <a:close/>
                  <a:moveTo>
                    <a:pt x="6764147" y="3836924"/>
                  </a:moveTo>
                  <a:cubicBezTo>
                    <a:pt x="6748907" y="3836924"/>
                    <a:pt x="6733667" y="3821684"/>
                    <a:pt x="6733667" y="3798824"/>
                  </a:cubicBezTo>
                  <a:cubicBezTo>
                    <a:pt x="6733667" y="3775964"/>
                    <a:pt x="6756526" y="3760724"/>
                    <a:pt x="6771767" y="3768344"/>
                  </a:cubicBezTo>
                  <a:cubicBezTo>
                    <a:pt x="6794626" y="3768344"/>
                    <a:pt x="6809867" y="3783584"/>
                    <a:pt x="6809867" y="3806444"/>
                  </a:cubicBezTo>
                  <a:cubicBezTo>
                    <a:pt x="6809867" y="3829304"/>
                    <a:pt x="6787007" y="3844544"/>
                    <a:pt x="6771767" y="3844544"/>
                  </a:cubicBezTo>
                  <a:cubicBezTo>
                    <a:pt x="6771767" y="3844544"/>
                    <a:pt x="6764147" y="3836924"/>
                    <a:pt x="6764147" y="3836924"/>
                  </a:cubicBezTo>
                  <a:close/>
                  <a:moveTo>
                    <a:pt x="22860" y="3791204"/>
                  </a:moveTo>
                  <a:cubicBezTo>
                    <a:pt x="22860" y="3768344"/>
                    <a:pt x="38100" y="3745484"/>
                    <a:pt x="53340" y="3745484"/>
                  </a:cubicBezTo>
                  <a:cubicBezTo>
                    <a:pt x="76200" y="3745484"/>
                    <a:pt x="99060" y="3760724"/>
                    <a:pt x="99060" y="3775964"/>
                  </a:cubicBezTo>
                  <a:cubicBezTo>
                    <a:pt x="99060" y="3798824"/>
                    <a:pt x="83820" y="3821684"/>
                    <a:pt x="60960" y="3821684"/>
                  </a:cubicBezTo>
                  <a:cubicBezTo>
                    <a:pt x="38100" y="3821684"/>
                    <a:pt x="22860" y="3806444"/>
                    <a:pt x="22860" y="3791204"/>
                  </a:cubicBezTo>
                  <a:close/>
                  <a:moveTo>
                    <a:pt x="6787007" y="3623310"/>
                  </a:moveTo>
                  <a:cubicBezTo>
                    <a:pt x="6764147" y="3623310"/>
                    <a:pt x="6748907" y="3608070"/>
                    <a:pt x="6748907" y="3585210"/>
                  </a:cubicBezTo>
                  <a:cubicBezTo>
                    <a:pt x="6748907" y="3562350"/>
                    <a:pt x="6771767" y="3547110"/>
                    <a:pt x="6787007" y="3554730"/>
                  </a:cubicBezTo>
                  <a:cubicBezTo>
                    <a:pt x="6809867" y="3554730"/>
                    <a:pt x="6825107" y="3569970"/>
                    <a:pt x="6825107" y="3592830"/>
                  </a:cubicBezTo>
                  <a:cubicBezTo>
                    <a:pt x="6825107" y="3608070"/>
                    <a:pt x="6809867" y="3630930"/>
                    <a:pt x="6787007" y="3630930"/>
                  </a:cubicBezTo>
                  <a:cubicBezTo>
                    <a:pt x="6787007" y="3630930"/>
                    <a:pt x="6787007" y="3630930"/>
                    <a:pt x="6787007" y="3623310"/>
                  </a:cubicBezTo>
                  <a:close/>
                  <a:moveTo>
                    <a:pt x="7620" y="3569970"/>
                  </a:moveTo>
                  <a:cubicBezTo>
                    <a:pt x="7620" y="3547110"/>
                    <a:pt x="22860" y="3531870"/>
                    <a:pt x="45720" y="3531870"/>
                  </a:cubicBezTo>
                  <a:cubicBezTo>
                    <a:pt x="60960" y="3531870"/>
                    <a:pt x="83820" y="3547110"/>
                    <a:pt x="83820" y="3569970"/>
                  </a:cubicBezTo>
                  <a:cubicBezTo>
                    <a:pt x="83820" y="3592830"/>
                    <a:pt x="68580" y="3608070"/>
                    <a:pt x="45720" y="3608070"/>
                  </a:cubicBezTo>
                  <a:cubicBezTo>
                    <a:pt x="22860" y="3608070"/>
                    <a:pt x="7620" y="3592830"/>
                    <a:pt x="7620" y="3569970"/>
                  </a:cubicBezTo>
                  <a:close/>
                  <a:moveTo>
                    <a:pt x="6756526" y="3371596"/>
                  </a:moveTo>
                  <a:cubicBezTo>
                    <a:pt x="6756526" y="3356356"/>
                    <a:pt x="6771767" y="3333496"/>
                    <a:pt x="6794626" y="3333496"/>
                  </a:cubicBezTo>
                  <a:cubicBezTo>
                    <a:pt x="6809867" y="3333496"/>
                    <a:pt x="6832726" y="3356356"/>
                    <a:pt x="6832726" y="3371596"/>
                  </a:cubicBezTo>
                  <a:cubicBezTo>
                    <a:pt x="6832726" y="3394456"/>
                    <a:pt x="6809867" y="3409696"/>
                    <a:pt x="6794626" y="3409696"/>
                  </a:cubicBezTo>
                  <a:cubicBezTo>
                    <a:pt x="6771767" y="3409696"/>
                    <a:pt x="6756526" y="3394456"/>
                    <a:pt x="6756526" y="3371596"/>
                  </a:cubicBezTo>
                  <a:close/>
                  <a:moveTo>
                    <a:pt x="38100" y="3394456"/>
                  </a:moveTo>
                  <a:cubicBezTo>
                    <a:pt x="22860" y="3394456"/>
                    <a:pt x="0" y="3379216"/>
                    <a:pt x="0" y="3356356"/>
                  </a:cubicBezTo>
                  <a:cubicBezTo>
                    <a:pt x="0" y="3333496"/>
                    <a:pt x="22860" y="3318256"/>
                    <a:pt x="38100" y="3318256"/>
                  </a:cubicBezTo>
                  <a:cubicBezTo>
                    <a:pt x="60960" y="3318256"/>
                    <a:pt x="76200" y="3333496"/>
                    <a:pt x="76200" y="3356356"/>
                  </a:cubicBezTo>
                  <a:cubicBezTo>
                    <a:pt x="76200" y="3379216"/>
                    <a:pt x="60960" y="3394456"/>
                    <a:pt x="38100" y="3394456"/>
                  </a:cubicBezTo>
                  <a:close/>
                  <a:moveTo>
                    <a:pt x="6741287" y="3165602"/>
                  </a:moveTo>
                  <a:cubicBezTo>
                    <a:pt x="6741287" y="3142742"/>
                    <a:pt x="6756527" y="3127502"/>
                    <a:pt x="6779387" y="3119882"/>
                  </a:cubicBezTo>
                  <a:cubicBezTo>
                    <a:pt x="6802247" y="3119882"/>
                    <a:pt x="6817487" y="3135122"/>
                    <a:pt x="6817487" y="3157982"/>
                  </a:cubicBezTo>
                  <a:cubicBezTo>
                    <a:pt x="6825107" y="3180842"/>
                    <a:pt x="6809867" y="3196082"/>
                    <a:pt x="6787007" y="3196082"/>
                  </a:cubicBezTo>
                  <a:cubicBezTo>
                    <a:pt x="6787007" y="3196082"/>
                    <a:pt x="6787007" y="3196082"/>
                    <a:pt x="6779387" y="3196082"/>
                  </a:cubicBezTo>
                  <a:cubicBezTo>
                    <a:pt x="6764147" y="3196082"/>
                    <a:pt x="6748907" y="3180842"/>
                    <a:pt x="6741287" y="3165602"/>
                  </a:cubicBezTo>
                  <a:close/>
                  <a:moveTo>
                    <a:pt x="45720" y="3180842"/>
                  </a:moveTo>
                  <a:cubicBezTo>
                    <a:pt x="30480" y="3180842"/>
                    <a:pt x="15240" y="3157982"/>
                    <a:pt x="15240" y="3135122"/>
                  </a:cubicBezTo>
                  <a:cubicBezTo>
                    <a:pt x="15240" y="3119882"/>
                    <a:pt x="30480" y="3104642"/>
                    <a:pt x="53340" y="3104642"/>
                  </a:cubicBezTo>
                  <a:cubicBezTo>
                    <a:pt x="76200" y="3104642"/>
                    <a:pt x="91440" y="3119882"/>
                    <a:pt x="91440" y="3142742"/>
                  </a:cubicBezTo>
                  <a:cubicBezTo>
                    <a:pt x="91440" y="3165602"/>
                    <a:pt x="68580" y="3180842"/>
                    <a:pt x="53340" y="3180842"/>
                  </a:cubicBezTo>
                  <a:cubicBezTo>
                    <a:pt x="53340" y="3180842"/>
                    <a:pt x="45720" y="3180842"/>
                    <a:pt x="45720" y="3180842"/>
                  </a:cubicBezTo>
                  <a:close/>
                  <a:moveTo>
                    <a:pt x="6718426" y="2951988"/>
                  </a:moveTo>
                  <a:cubicBezTo>
                    <a:pt x="6718426" y="2929128"/>
                    <a:pt x="6733667" y="2913888"/>
                    <a:pt x="6756526" y="2906268"/>
                  </a:cubicBezTo>
                  <a:cubicBezTo>
                    <a:pt x="6771767" y="2906268"/>
                    <a:pt x="6794626" y="2921508"/>
                    <a:pt x="6794626" y="2944368"/>
                  </a:cubicBezTo>
                  <a:cubicBezTo>
                    <a:pt x="6802247" y="2959608"/>
                    <a:pt x="6787007" y="2982468"/>
                    <a:pt x="6764147" y="2982468"/>
                  </a:cubicBezTo>
                  <a:cubicBezTo>
                    <a:pt x="6764147" y="2982468"/>
                    <a:pt x="6764147" y="2982468"/>
                    <a:pt x="6756526" y="2982468"/>
                  </a:cubicBezTo>
                  <a:cubicBezTo>
                    <a:pt x="6741287" y="2982468"/>
                    <a:pt x="6726047" y="2974848"/>
                    <a:pt x="6718426" y="2951988"/>
                  </a:cubicBezTo>
                  <a:close/>
                  <a:moveTo>
                    <a:pt x="68580" y="2967228"/>
                  </a:moveTo>
                  <a:cubicBezTo>
                    <a:pt x="45720" y="2959608"/>
                    <a:pt x="38100" y="2944368"/>
                    <a:pt x="38100" y="2921508"/>
                  </a:cubicBezTo>
                  <a:cubicBezTo>
                    <a:pt x="38100" y="2898648"/>
                    <a:pt x="60960" y="2891028"/>
                    <a:pt x="83820" y="2891028"/>
                  </a:cubicBezTo>
                  <a:cubicBezTo>
                    <a:pt x="99060" y="2891028"/>
                    <a:pt x="114300" y="2913888"/>
                    <a:pt x="114300" y="2936748"/>
                  </a:cubicBezTo>
                  <a:cubicBezTo>
                    <a:pt x="106680" y="2951988"/>
                    <a:pt x="91440" y="2967228"/>
                    <a:pt x="76200" y="2967228"/>
                  </a:cubicBezTo>
                  <a:cubicBezTo>
                    <a:pt x="76200" y="2967228"/>
                    <a:pt x="68580" y="2967228"/>
                    <a:pt x="68580" y="2967228"/>
                  </a:cubicBezTo>
                  <a:close/>
                  <a:moveTo>
                    <a:pt x="6687820" y="2745994"/>
                  </a:moveTo>
                  <a:cubicBezTo>
                    <a:pt x="6680200" y="2723134"/>
                    <a:pt x="6695440" y="2700274"/>
                    <a:pt x="6718300" y="2700274"/>
                  </a:cubicBezTo>
                  <a:cubicBezTo>
                    <a:pt x="6733540" y="2692654"/>
                    <a:pt x="6756400" y="2707894"/>
                    <a:pt x="6764020" y="2730754"/>
                  </a:cubicBezTo>
                  <a:cubicBezTo>
                    <a:pt x="6764020" y="2745994"/>
                    <a:pt x="6748780" y="2768854"/>
                    <a:pt x="6733540" y="2776474"/>
                  </a:cubicBezTo>
                  <a:cubicBezTo>
                    <a:pt x="6725920" y="2776474"/>
                    <a:pt x="6725920" y="2776474"/>
                    <a:pt x="6725920" y="2776474"/>
                  </a:cubicBezTo>
                  <a:cubicBezTo>
                    <a:pt x="6703060" y="2776474"/>
                    <a:pt x="6687820" y="2761234"/>
                    <a:pt x="6687820" y="2745994"/>
                  </a:cubicBezTo>
                  <a:close/>
                  <a:moveTo>
                    <a:pt x="106680" y="2753614"/>
                  </a:moveTo>
                  <a:cubicBezTo>
                    <a:pt x="83820" y="2753614"/>
                    <a:pt x="68580" y="2730754"/>
                    <a:pt x="76200" y="2707894"/>
                  </a:cubicBezTo>
                  <a:cubicBezTo>
                    <a:pt x="76200" y="2685034"/>
                    <a:pt x="99060" y="2677414"/>
                    <a:pt x="121920" y="2677414"/>
                  </a:cubicBezTo>
                  <a:cubicBezTo>
                    <a:pt x="144780" y="2685034"/>
                    <a:pt x="152400" y="2707894"/>
                    <a:pt x="152400" y="2723134"/>
                  </a:cubicBezTo>
                  <a:cubicBezTo>
                    <a:pt x="144780" y="2745994"/>
                    <a:pt x="129540" y="2753614"/>
                    <a:pt x="114300" y="2753614"/>
                  </a:cubicBezTo>
                  <a:cubicBezTo>
                    <a:pt x="106680" y="2753614"/>
                    <a:pt x="106680" y="2753614"/>
                    <a:pt x="106680" y="2753614"/>
                  </a:cubicBezTo>
                  <a:close/>
                  <a:moveTo>
                    <a:pt x="6634480" y="2540000"/>
                  </a:moveTo>
                  <a:cubicBezTo>
                    <a:pt x="6634480" y="2517140"/>
                    <a:pt x="6642100" y="2494280"/>
                    <a:pt x="6664960" y="2494280"/>
                  </a:cubicBezTo>
                  <a:cubicBezTo>
                    <a:pt x="6687820" y="2486660"/>
                    <a:pt x="6703060" y="2494280"/>
                    <a:pt x="6710680" y="2517140"/>
                  </a:cubicBezTo>
                  <a:cubicBezTo>
                    <a:pt x="6718300" y="2540000"/>
                    <a:pt x="6703060" y="2562860"/>
                    <a:pt x="6687820" y="2562860"/>
                  </a:cubicBezTo>
                  <a:cubicBezTo>
                    <a:pt x="6680200" y="2562860"/>
                    <a:pt x="6680200" y="2562860"/>
                    <a:pt x="6672580" y="2562860"/>
                  </a:cubicBezTo>
                  <a:cubicBezTo>
                    <a:pt x="6657340" y="2562860"/>
                    <a:pt x="6642100" y="2555240"/>
                    <a:pt x="6634480" y="2540000"/>
                  </a:cubicBezTo>
                  <a:close/>
                  <a:moveTo>
                    <a:pt x="152527" y="2547620"/>
                  </a:moveTo>
                  <a:cubicBezTo>
                    <a:pt x="129667" y="2540000"/>
                    <a:pt x="122047" y="2517140"/>
                    <a:pt x="129667" y="2501900"/>
                  </a:cubicBezTo>
                  <a:cubicBezTo>
                    <a:pt x="129667" y="2479040"/>
                    <a:pt x="152527" y="2463800"/>
                    <a:pt x="175387" y="2471420"/>
                  </a:cubicBezTo>
                  <a:cubicBezTo>
                    <a:pt x="190627" y="2479040"/>
                    <a:pt x="205867" y="2501900"/>
                    <a:pt x="198247" y="2517140"/>
                  </a:cubicBezTo>
                  <a:cubicBezTo>
                    <a:pt x="198247" y="2532380"/>
                    <a:pt x="183007" y="2547620"/>
                    <a:pt x="167767" y="2547620"/>
                  </a:cubicBezTo>
                  <a:cubicBezTo>
                    <a:pt x="160147" y="2547620"/>
                    <a:pt x="160147" y="2547620"/>
                    <a:pt x="152527" y="2547620"/>
                  </a:cubicBezTo>
                  <a:close/>
                  <a:moveTo>
                    <a:pt x="6573520" y="2334006"/>
                  </a:moveTo>
                  <a:cubicBezTo>
                    <a:pt x="6565900" y="2318766"/>
                    <a:pt x="6581139" y="2295906"/>
                    <a:pt x="6596380" y="2288286"/>
                  </a:cubicBezTo>
                  <a:cubicBezTo>
                    <a:pt x="6619239" y="2280666"/>
                    <a:pt x="6642100" y="2288286"/>
                    <a:pt x="6649720" y="2311146"/>
                  </a:cubicBezTo>
                  <a:cubicBezTo>
                    <a:pt x="6657339" y="2334006"/>
                    <a:pt x="6642100" y="2349246"/>
                    <a:pt x="6626860" y="2356866"/>
                  </a:cubicBezTo>
                  <a:cubicBezTo>
                    <a:pt x="6619239" y="2364486"/>
                    <a:pt x="6611620" y="2364486"/>
                    <a:pt x="6611620" y="2364486"/>
                  </a:cubicBezTo>
                  <a:cubicBezTo>
                    <a:pt x="6596380" y="2364486"/>
                    <a:pt x="6581139" y="2349246"/>
                    <a:pt x="6573520" y="2334006"/>
                  </a:cubicBezTo>
                  <a:close/>
                  <a:moveTo>
                    <a:pt x="213487" y="2341626"/>
                  </a:moveTo>
                  <a:cubicBezTo>
                    <a:pt x="198247" y="2334006"/>
                    <a:pt x="183007" y="2311146"/>
                    <a:pt x="190627" y="2288159"/>
                  </a:cubicBezTo>
                  <a:cubicBezTo>
                    <a:pt x="198247" y="2272919"/>
                    <a:pt x="221107" y="2257679"/>
                    <a:pt x="243967" y="2265299"/>
                  </a:cubicBezTo>
                  <a:cubicBezTo>
                    <a:pt x="259207" y="2272919"/>
                    <a:pt x="274447" y="2295779"/>
                    <a:pt x="266827" y="2318766"/>
                  </a:cubicBezTo>
                  <a:cubicBezTo>
                    <a:pt x="259207" y="2334006"/>
                    <a:pt x="243967" y="2341626"/>
                    <a:pt x="228727" y="2341626"/>
                  </a:cubicBezTo>
                  <a:cubicBezTo>
                    <a:pt x="221107" y="2341626"/>
                    <a:pt x="221107" y="2341626"/>
                    <a:pt x="213487" y="2341626"/>
                  </a:cubicBezTo>
                  <a:close/>
                  <a:moveTo>
                    <a:pt x="6497320" y="2135632"/>
                  </a:moveTo>
                  <a:cubicBezTo>
                    <a:pt x="6489700" y="2120392"/>
                    <a:pt x="6504940" y="2097532"/>
                    <a:pt x="6520180" y="2089912"/>
                  </a:cubicBezTo>
                  <a:cubicBezTo>
                    <a:pt x="6543040" y="2082292"/>
                    <a:pt x="6565900" y="2089912"/>
                    <a:pt x="6573520" y="2105152"/>
                  </a:cubicBezTo>
                  <a:cubicBezTo>
                    <a:pt x="6581140" y="2128012"/>
                    <a:pt x="6565900" y="2150872"/>
                    <a:pt x="6550660" y="2158619"/>
                  </a:cubicBezTo>
                  <a:cubicBezTo>
                    <a:pt x="6543040" y="2158619"/>
                    <a:pt x="6543040" y="2158619"/>
                    <a:pt x="6535420" y="2158619"/>
                  </a:cubicBezTo>
                  <a:cubicBezTo>
                    <a:pt x="6520180" y="2158619"/>
                    <a:pt x="6504940" y="2150999"/>
                    <a:pt x="6497320" y="2135759"/>
                  </a:cubicBezTo>
                  <a:close/>
                  <a:moveTo>
                    <a:pt x="289814" y="2143379"/>
                  </a:moveTo>
                  <a:cubicBezTo>
                    <a:pt x="274574" y="2128139"/>
                    <a:pt x="259334" y="2112899"/>
                    <a:pt x="266954" y="2089912"/>
                  </a:cubicBezTo>
                  <a:cubicBezTo>
                    <a:pt x="274574" y="2067052"/>
                    <a:pt x="297434" y="2059432"/>
                    <a:pt x="320294" y="2067052"/>
                  </a:cubicBezTo>
                  <a:cubicBezTo>
                    <a:pt x="335534" y="2074672"/>
                    <a:pt x="350774" y="2097532"/>
                    <a:pt x="343154" y="2120519"/>
                  </a:cubicBezTo>
                  <a:cubicBezTo>
                    <a:pt x="335534" y="2135759"/>
                    <a:pt x="320294" y="2143379"/>
                    <a:pt x="305054" y="2143379"/>
                  </a:cubicBezTo>
                  <a:cubicBezTo>
                    <a:pt x="297434" y="2143379"/>
                    <a:pt x="297434" y="2143379"/>
                    <a:pt x="289814" y="2143379"/>
                  </a:cubicBezTo>
                  <a:close/>
                  <a:moveTo>
                    <a:pt x="6413373" y="1945005"/>
                  </a:moveTo>
                  <a:cubicBezTo>
                    <a:pt x="6405753" y="1922145"/>
                    <a:pt x="6413373" y="1899285"/>
                    <a:pt x="6428613" y="1891538"/>
                  </a:cubicBezTo>
                  <a:cubicBezTo>
                    <a:pt x="6451473" y="1883918"/>
                    <a:pt x="6474333" y="1891538"/>
                    <a:pt x="6481953" y="1914398"/>
                  </a:cubicBezTo>
                  <a:cubicBezTo>
                    <a:pt x="6489573" y="1929638"/>
                    <a:pt x="6481953" y="1952498"/>
                    <a:pt x="6466713" y="1960118"/>
                  </a:cubicBezTo>
                  <a:cubicBezTo>
                    <a:pt x="6459093" y="1967738"/>
                    <a:pt x="6451473" y="1967738"/>
                    <a:pt x="6443853" y="1967738"/>
                  </a:cubicBezTo>
                  <a:cubicBezTo>
                    <a:pt x="6436233" y="1967738"/>
                    <a:pt x="6420993" y="1960118"/>
                    <a:pt x="6413373" y="1944878"/>
                  </a:cubicBezTo>
                  <a:close/>
                  <a:moveTo>
                    <a:pt x="381254" y="1944878"/>
                  </a:moveTo>
                  <a:cubicBezTo>
                    <a:pt x="358394" y="1937258"/>
                    <a:pt x="350774" y="1914398"/>
                    <a:pt x="358394" y="1891411"/>
                  </a:cubicBezTo>
                  <a:cubicBezTo>
                    <a:pt x="373634" y="1876171"/>
                    <a:pt x="396494" y="1868551"/>
                    <a:pt x="411734" y="1876171"/>
                  </a:cubicBezTo>
                  <a:cubicBezTo>
                    <a:pt x="426974" y="1883791"/>
                    <a:pt x="434594" y="1906651"/>
                    <a:pt x="426974" y="1929638"/>
                  </a:cubicBezTo>
                  <a:cubicBezTo>
                    <a:pt x="419354" y="1937258"/>
                    <a:pt x="411734" y="1944878"/>
                    <a:pt x="396494" y="1944878"/>
                  </a:cubicBezTo>
                  <a:cubicBezTo>
                    <a:pt x="388874" y="1944878"/>
                    <a:pt x="381254" y="1944878"/>
                    <a:pt x="381254" y="1944878"/>
                  </a:cubicBezTo>
                  <a:close/>
                  <a:moveTo>
                    <a:pt x="6314186" y="1754124"/>
                  </a:moveTo>
                  <a:cubicBezTo>
                    <a:pt x="6306566" y="1738884"/>
                    <a:pt x="6306566" y="1716024"/>
                    <a:pt x="6329426" y="1708404"/>
                  </a:cubicBezTo>
                  <a:cubicBezTo>
                    <a:pt x="6344666" y="1693164"/>
                    <a:pt x="6367526" y="1700784"/>
                    <a:pt x="6382766" y="1716024"/>
                  </a:cubicBezTo>
                  <a:cubicBezTo>
                    <a:pt x="6390386" y="1738884"/>
                    <a:pt x="6382766" y="1761744"/>
                    <a:pt x="6367526" y="1769491"/>
                  </a:cubicBezTo>
                  <a:cubicBezTo>
                    <a:pt x="6359906" y="1777111"/>
                    <a:pt x="6352286" y="1777111"/>
                    <a:pt x="6344666" y="1777111"/>
                  </a:cubicBezTo>
                  <a:cubicBezTo>
                    <a:pt x="6329426" y="1777111"/>
                    <a:pt x="6321806" y="1769491"/>
                    <a:pt x="6314186" y="1754251"/>
                  </a:cubicBezTo>
                  <a:close/>
                  <a:moveTo>
                    <a:pt x="480441" y="1754251"/>
                  </a:moveTo>
                  <a:cubicBezTo>
                    <a:pt x="457581" y="1746631"/>
                    <a:pt x="449961" y="1723771"/>
                    <a:pt x="465201" y="1700784"/>
                  </a:cubicBezTo>
                  <a:cubicBezTo>
                    <a:pt x="472821" y="1685544"/>
                    <a:pt x="495681" y="1677924"/>
                    <a:pt x="518541" y="1685544"/>
                  </a:cubicBezTo>
                  <a:cubicBezTo>
                    <a:pt x="533781" y="1700784"/>
                    <a:pt x="541401" y="1723644"/>
                    <a:pt x="526161" y="1739011"/>
                  </a:cubicBezTo>
                  <a:cubicBezTo>
                    <a:pt x="518541" y="1754251"/>
                    <a:pt x="510921" y="1761871"/>
                    <a:pt x="495681" y="1761871"/>
                  </a:cubicBezTo>
                  <a:cubicBezTo>
                    <a:pt x="488061" y="1761871"/>
                    <a:pt x="480441" y="1754251"/>
                    <a:pt x="480441" y="1754251"/>
                  </a:cubicBezTo>
                  <a:close/>
                  <a:moveTo>
                    <a:pt x="6199886" y="1578737"/>
                  </a:moveTo>
                  <a:cubicBezTo>
                    <a:pt x="6199886" y="1571117"/>
                    <a:pt x="6199886" y="1571117"/>
                    <a:pt x="6199886" y="1571117"/>
                  </a:cubicBezTo>
                  <a:cubicBezTo>
                    <a:pt x="6184646" y="1555877"/>
                    <a:pt x="6192266" y="1533017"/>
                    <a:pt x="6207506" y="1517650"/>
                  </a:cubicBezTo>
                  <a:cubicBezTo>
                    <a:pt x="6230366" y="1510030"/>
                    <a:pt x="6253226" y="1510030"/>
                    <a:pt x="6260846" y="1532890"/>
                  </a:cubicBezTo>
                  <a:cubicBezTo>
                    <a:pt x="6268466" y="1532890"/>
                    <a:pt x="6268466" y="1532890"/>
                    <a:pt x="6268466" y="1532890"/>
                  </a:cubicBezTo>
                  <a:cubicBezTo>
                    <a:pt x="6276086" y="1555750"/>
                    <a:pt x="6276086" y="1578610"/>
                    <a:pt x="6253226" y="1586357"/>
                  </a:cubicBezTo>
                  <a:cubicBezTo>
                    <a:pt x="6245606" y="1593977"/>
                    <a:pt x="6237986" y="1593977"/>
                    <a:pt x="6230366" y="1593977"/>
                  </a:cubicBezTo>
                  <a:cubicBezTo>
                    <a:pt x="6222746" y="1593977"/>
                    <a:pt x="6207506" y="1586357"/>
                    <a:pt x="6199886" y="1578737"/>
                  </a:cubicBezTo>
                  <a:close/>
                  <a:moveTo>
                    <a:pt x="587248" y="1571117"/>
                  </a:moveTo>
                  <a:cubicBezTo>
                    <a:pt x="572008" y="1555877"/>
                    <a:pt x="564388" y="1533017"/>
                    <a:pt x="579628" y="1517650"/>
                  </a:cubicBezTo>
                  <a:cubicBezTo>
                    <a:pt x="587248" y="1502410"/>
                    <a:pt x="610108" y="1494790"/>
                    <a:pt x="632968" y="1510030"/>
                  </a:cubicBezTo>
                  <a:cubicBezTo>
                    <a:pt x="648208" y="1517650"/>
                    <a:pt x="655828" y="1540510"/>
                    <a:pt x="640588" y="1563497"/>
                  </a:cubicBezTo>
                  <a:cubicBezTo>
                    <a:pt x="632968" y="1571117"/>
                    <a:pt x="625348" y="1578737"/>
                    <a:pt x="610108" y="1578737"/>
                  </a:cubicBezTo>
                  <a:cubicBezTo>
                    <a:pt x="602488" y="1578737"/>
                    <a:pt x="594868" y="1578737"/>
                    <a:pt x="587248" y="1571117"/>
                  </a:cubicBezTo>
                  <a:close/>
                  <a:moveTo>
                    <a:pt x="6077839" y="1403223"/>
                  </a:moveTo>
                  <a:cubicBezTo>
                    <a:pt x="6062599" y="1380363"/>
                    <a:pt x="6070219" y="1357503"/>
                    <a:pt x="6085459" y="1349756"/>
                  </a:cubicBezTo>
                  <a:cubicBezTo>
                    <a:pt x="6100699" y="1334516"/>
                    <a:pt x="6123559" y="1334516"/>
                    <a:pt x="6138799" y="1357376"/>
                  </a:cubicBezTo>
                  <a:cubicBezTo>
                    <a:pt x="6146419" y="1372616"/>
                    <a:pt x="6146419" y="1395476"/>
                    <a:pt x="6131179" y="1410843"/>
                  </a:cubicBezTo>
                  <a:cubicBezTo>
                    <a:pt x="6123559" y="1410843"/>
                    <a:pt x="6115939" y="1418463"/>
                    <a:pt x="6108319" y="1418463"/>
                  </a:cubicBezTo>
                  <a:cubicBezTo>
                    <a:pt x="6093079" y="1418463"/>
                    <a:pt x="6085459" y="1410843"/>
                    <a:pt x="6077839" y="1403223"/>
                  </a:cubicBezTo>
                  <a:close/>
                  <a:moveTo>
                    <a:pt x="709168" y="1395603"/>
                  </a:moveTo>
                  <a:cubicBezTo>
                    <a:pt x="693928" y="1380363"/>
                    <a:pt x="693928" y="1357503"/>
                    <a:pt x="701548" y="1342136"/>
                  </a:cubicBezTo>
                  <a:cubicBezTo>
                    <a:pt x="716788" y="1326896"/>
                    <a:pt x="739648" y="1319276"/>
                    <a:pt x="754888" y="1334516"/>
                  </a:cubicBezTo>
                  <a:cubicBezTo>
                    <a:pt x="777748" y="1349756"/>
                    <a:pt x="777748" y="1372616"/>
                    <a:pt x="762508" y="1387983"/>
                  </a:cubicBezTo>
                  <a:cubicBezTo>
                    <a:pt x="754888" y="1395603"/>
                    <a:pt x="747268" y="1403223"/>
                    <a:pt x="732028" y="1403223"/>
                  </a:cubicBezTo>
                  <a:cubicBezTo>
                    <a:pt x="724408" y="1403223"/>
                    <a:pt x="716788" y="1403223"/>
                    <a:pt x="709168" y="1395603"/>
                  </a:cubicBezTo>
                  <a:close/>
                  <a:moveTo>
                    <a:pt x="5940552" y="1235456"/>
                  </a:moveTo>
                  <a:cubicBezTo>
                    <a:pt x="5932932" y="1220216"/>
                    <a:pt x="5932932" y="1197356"/>
                    <a:pt x="5948172" y="1181989"/>
                  </a:cubicBezTo>
                  <a:cubicBezTo>
                    <a:pt x="5963412" y="1166749"/>
                    <a:pt x="5986272" y="1166749"/>
                    <a:pt x="6001512" y="1181989"/>
                  </a:cubicBezTo>
                  <a:cubicBezTo>
                    <a:pt x="6016752" y="1204849"/>
                    <a:pt x="6009132" y="1227709"/>
                    <a:pt x="5993892" y="1243076"/>
                  </a:cubicBezTo>
                  <a:cubicBezTo>
                    <a:pt x="5986272" y="1243076"/>
                    <a:pt x="5978652" y="1250696"/>
                    <a:pt x="5971032" y="1250696"/>
                  </a:cubicBezTo>
                  <a:cubicBezTo>
                    <a:pt x="5963412" y="1250696"/>
                    <a:pt x="5948172" y="1243076"/>
                    <a:pt x="5940552" y="1235456"/>
                  </a:cubicBezTo>
                  <a:close/>
                  <a:moveTo>
                    <a:pt x="846455" y="1227836"/>
                  </a:moveTo>
                  <a:cubicBezTo>
                    <a:pt x="831215" y="1212596"/>
                    <a:pt x="831215" y="1189736"/>
                    <a:pt x="838835" y="1174369"/>
                  </a:cubicBezTo>
                  <a:cubicBezTo>
                    <a:pt x="854075" y="1159129"/>
                    <a:pt x="876935" y="1159129"/>
                    <a:pt x="892175" y="1174369"/>
                  </a:cubicBezTo>
                  <a:cubicBezTo>
                    <a:pt x="907415" y="1181989"/>
                    <a:pt x="915035" y="1204849"/>
                    <a:pt x="899795" y="1227836"/>
                  </a:cubicBezTo>
                  <a:cubicBezTo>
                    <a:pt x="892175" y="1235456"/>
                    <a:pt x="884555" y="1235456"/>
                    <a:pt x="869315" y="1235456"/>
                  </a:cubicBezTo>
                  <a:cubicBezTo>
                    <a:pt x="861695" y="1235456"/>
                    <a:pt x="854075" y="1235456"/>
                    <a:pt x="846455" y="1227836"/>
                  </a:cubicBezTo>
                  <a:close/>
                  <a:moveTo>
                    <a:pt x="5803265" y="1082802"/>
                  </a:moveTo>
                  <a:cubicBezTo>
                    <a:pt x="5788025" y="1067562"/>
                    <a:pt x="5788025" y="1037082"/>
                    <a:pt x="5803265" y="1029335"/>
                  </a:cubicBezTo>
                  <a:cubicBezTo>
                    <a:pt x="5818505" y="1014095"/>
                    <a:pt x="5841365" y="1014095"/>
                    <a:pt x="5856605" y="1029335"/>
                  </a:cubicBezTo>
                  <a:cubicBezTo>
                    <a:pt x="5871845" y="1044575"/>
                    <a:pt x="5871845" y="1067435"/>
                    <a:pt x="5856605" y="1082802"/>
                  </a:cubicBezTo>
                  <a:cubicBezTo>
                    <a:pt x="5848985" y="1090422"/>
                    <a:pt x="5833745" y="1090422"/>
                    <a:pt x="5826125" y="1090422"/>
                  </a:cubicBezTo>
                  <a:cubicBezTo>
                    <a:pt x="5818505" y="1090422"/>
                    <a:pt x="5810885" y="1090422"/>
                    <a:pt x="5803265" y="1082802"/>
                  </a:cubicBezTo>
                  <a:close/>
                  <a:moveTo>
                    <a:pt x="991362" y="1067562"/>
                  </a:moveTo>
                  <a:cubicBezTo>
                    <a:pt x="976122" y="1052322"/>
                    <a:pt x="976122" y="1029462"/>
                    <a:pt x="991362" y="1014095"/>
                  </a:cubicBezTo>
                  <a:cubicBezTo>
                    <a:pt x="1006602" y="998855"/>
                    <a:pt x="1029462" y="998855"/>
                    <a:pt x="1044702" y="1014095"/>
                  </a:cubicBezTo>
                  <a:cubicBezTo>
                    <a:pt x="1059942" y="1029335"/>
                    <a:pt x="1059942" y="1052195"/>
                    <a:pt x="1044702" y="1067562"/>
                  </a:cubicBezTo>
                  <a:cubicBezTo>
                    <a:pt x="1037082" y="1075182"/>
                    <a:pt x="1029462" y="1082802"/>
                    <a:pt x="1014222" y="1082802"/>
                  </a:cubicBezTo>
                  <a:cubicBezTo>
                    <a:pt x="1006602" y="1082802"/>
                    <a:pt x="998982" y="1075182"/>
                    <a:pt x="991362" y="1067562"/>
                  </a:cubicBezTo>
                  <a:close/>
                  <a:moveTo>
                    <a:pt x="5643118" y="930275"/>
                  </a:moveTo>
                  <a:cubicBezTo>
                    <a:pt x="5627878" y="922655"/>
                    <a:pt x="5627878" y="892175"/>
                    <a:pt x="5643118" y="876808"/>
                  </a:cubicBezTo>
                  <a:cubicBezTo>
                    <a:pt x="5658358" y="861568"/>
                    <a:pt x="5681218" y="861568"/>
                    <a:pt x="5696458" y="876808"/>
                  </a:cubicBezTo>
                  <a:cubicBezTo>
                    <a:pt x="5711698" y="892048"/>
                    <a:pt x="5711698" y="914908"/>
                    <a:pt x="5704078" y="930275"/>
                  </a:cubicBezTo>
                  <a:cubicBezTo>
                    <a:pt x="5696458" y="937895"/>
                    <a:pt x="5681218" y="945515"/>
                    <a:pt x="5673598" y="945515"/>
                  </a:cubicBezTo>
                  <a:cubicBezTo>
                    <a:pt x="5665978" y="945515"/>
                    <a:pt x="5650738" y="937895"/>
                    <a:pt x="5643118" y="930275"/>
                  </a:cubicBezTo>
                  <a:close/>
                  <a:moveTo>
                    <a:pt x="1143889" y="922655"/>
                  </a:moveTo>
                  <a:cubicBezTo>
                    <a:pt x="1128649" y="907415"/>
                    <a:pt x="1128649" y="876935"/>
                    <a:pt x="1143889" y="869188"/>
                  </a:cubicBezTo>
                  <a:cubicBezTo>
                    <a:pt x="1159129" y="853948"/>
                    <a:pt x="1189609" y="853948"/>
                    <a:pt x="1197229" y="869188"/>
                  </a:cubicBezTo>
                  <a:cubicBezTo>
                    <a:pt x="1212469" y="884428"/>
                    <a:pt x="1212469" y="907288"/>
                    <a:pt x="1197229" y="922655"/>
                  </a:cubicBezTo>
                  <a:cubicBezTo>
                    <a:pt x="1189609" y="930275"/>
                    <a:pt x="1181989" y="930275"/>
                    <a:pt x="1174369" y="930275"/>
                  </a:cubicBezTo>
                  <a:cubicBezTo>
                    <a:pt x="1159129" y="930275"/>
                    <a:pt x="1151509" y="930275"/>
                    <a:pt x="1143889" y="922655"/>
                  </a:cubicBezTo>
                  <a:close/>
                  <a:moveTo>
                    <a:pt x="5482971" y="792861"/>
                  </a:moveTo>
                  <a:cubicBezTo>
                    <a:pt x="5467731" y="785241"/>
                    <a:pt x="5467731" y="762381"/>
                    <a:pt x="5475351" y="739394"/>
                  </a:cubicBezTo>
                  <a:cubicBezTo>
                    <a:pt x="5490591" y="724154"/>
                    <a:pt x="5513451" y="724154"/>
                    <a:pt x="5528691" y="739394"/>
                  </a:cubicBezTo>
                  <a:cubicBezTo>
                    <a:pt x="5551551" y="747014"/>
                    <a:pt x="5551551" y="769874"/>
                    <a:pt x="5536311" y="792861"/>
                  </a:cubicBezTo>
                  <a:cubicBezTo>
                    <a:pt x="5528691" y="800481"/>
                    <a:pt x="5521071" y="808101"/>
                    <a:pt x="5505831" y="808101"/>
                  </a:cubicBezTo>
                  <a:cubicBezTo>
                    <a:pt x="5498211" y="808101"/>
                    <a:pt x="5490591" y="800481"/>
                    <a:pt x="5482971" y="792861"/>
                  </a:cubicBezTo>
                  <a:close/>
                  <a:moveTo>
                    <a:pt x="1304036" y="777621"/>
                  </a:moveTo>
                  <a:cubicBezTo>
                    <a:pt x="1296416" y="762381"/>
                    <a:pt x="1296416" y="739521"/>
                    <a:pt x="1311656" y="724154"/>
                  </a:cubicBezTo>
                  <a:cubicBezTo>
                    <a:pt x="1326896" y="716534"/>
                    <a:pt x="1349756" y="716534"/>
                    <a:pt x="1364996" y="731774"/>
                  </a:cubicBezTo>
                  <a:cubicBezTo>
                    <a:pt x="1380236" y="747014"/>
                    <a:pt x="1372616" y="777494"/>
                    <a:pt x="1357376" y="785241"/>
                  </a:cubicBezTo>
                  <a:cubicBezTo>
                    <a:pt x="1349756" y="792861"/>
                    <a:pt x="1342136" y="792861"/>
                    <a:pt x="1334516" y="792861"/>
                  </a:cubicBezTo>
                  <a:cubicBezTo>
                    <a:pt x="1326896" y="792861"/>
                    <a:pt x="1311656" y="792861"/>
                    <a:pt x="1304036" y="777621"/>
                  </a:cubicBezTo>
                  <a:close/>
                  <a:moveTo>
                    <a:pt x="5315204" y="670814"/>
                  </a:moveTo>
                  <a:cubicBezTo>
                    <a:pt x="5299964" y="655574"/>
                    <a:pt x="5292344" y="632714"/>
                    <a:pt x="5307584" y="617347"/>
                  </a:cubicBezTo>
                  <a:cubicBezTo>
                    <a:pt x="5315204" y="602107"/>
                    <a:pt x="5338064" y="594487"/>
                    <a:pt x="5360924" y="609727"/>
                  </a:cubicBezTo>
                  <a:cubicBezTo>
                    <a:pt x="5376164" y="617347"/>
                    <a:pt x="5376164" y="640207"/>
                    <a:pt x="5368544" y="663194"/>
                  </a:cubicBezTo>
                  <a:cubicBezTo>
                    <a:pt x="5360924" y="670814"/>
                    <a:pt x="5345684" y="678434"/>
                    <a:pt x="5338064" y="678434"/>
                  </a:cubicBezTo>
                  <a:cubicBezTo>
                    <a:pt x="5330444" y="678434"/>
                    <a:pt x="5322824" y="678434"/>
                    <a:pt x="5315204" y="670814"/>
                  </a:cubicBezTo>
                  <a:close/>
                  <a:moveTo>
                    <a:pt x="1479423" y="655574"/>
                  </a:moveTo>
                  <a:cubicBezTo>
                    <a:pt x="1464183" y="632714"/>
                    <a:pt x="1471803" y="609854"/>
                    <a:pt x="1487043" y="602107"/>
                  </a:cubicBezTo>
                  <a:cubicBezTo>
                    <a:pt x="1502283" y="586867"/>
                    <a:pt x="1525143" y="594487"/>
                    <a:pt x="1540383" y="609727"/>
                  </a:cubicBezTo>
                  <a:cubicBezTo>
                    <a:pt x="1548003" y="624967"/>
                    <a:pt x="1548003" y="647827"/>
                    <a:pt x="1532763" y="663194"/>
                  </a:cubicBezTo>
                  <a:cubicBezTo>
                    <a:pt x="1525143" y="663194"/>
                    <a:pt x="1517523" y="670814"/>
                    <a:pt x="1509903" y="670814"/>
                  </a:cubicBezTo>
                  <a:cubicBezTo>
                    <a:pt x="1494663" y="670814"/>
                    <a:pt x="1487043" y="663194"/>
                    <a:pt x="1479423" y="655574"/>
                  </a:cubicBezTo>
                  <a:close/>
                  <a:moveTo>
                    <a:pt x="5139817" y="556387"/>
                  </a:moveTo>
                  <a:cubicBezTo>
                    <a:pt x="5116957" y="541147"/>
                    <a:pt x="5109337" y="518287"/>
                    <a:pt x="5124577" y="502920"/>
                  </a:cubicBezTo>
                  <a:cubicBezTo>
                    <a:pt x="5132197" y="487680"/>
                    <a:pt x="5155057" y="480060"/>
                    <a:pt x="5177917" y="487680"/>
                  </a:cubicBezTo>
                  <a:cubicBezTo>
                    <a:pt x="5193157" y="502920"/>
                    <a:pt x="5200777" y="525780"/>
                    <a:pt x="5185537" y="541147"/>
                  </a:cubicBezTo>
                  <a:cubicBezTo>
                    <a:pt x="5185537" y="556387"/>
                    <a:pt x="5170297" y="564007"/>
                    <a:pt x="5155057" y="564007"/>
                  </a:cubicBezTo>
                  <a:cubicBezTo>
                    <a:pt x="5147437" y="564007"/>
                    <a:pt x="5139817" y="556387"/>
                    <a:pt x="5139817" y="556387"/>
                  </a:cubicBezTo>
                  <a:close/>
                  <a:moveTo>
                    <a:pt x="1654810" y="533527"/>
                  </a:moveTo>
                  <a:cubicBezTo>
                    <a:pt x="1647190" y="518287"/>
                    <a:pt x="1654810" y="495427"/>
                    <a:pt x="1670050" y="480060"/>
                  </a:cubicBezTo>
                  <a:cubicBezTo>
                    <a:pt x="1685290" y="472440"/>
                    <a:pt x="1708150" y="480060"/>
                    <a:pt x="1723390" y="495300"/>
                  </a:cubicBezTo>
                  <a:cubicBezTo>
                    <a:pt x="1731010" y="510540"/>
                    <a:pt x="1723390" y="533400"/>
                    <a:pt x="1708150" y="548767"/>
                  </a:cubicBezTo>
                  <a:cubicBezTo>
                    <a:pt x="1700530" y="548767"/>
                    <a:pt x="1692910" y="556387"/>
                    <a:pt x="1685290" y="556387"/>
                  </a:cubicBezTo>
                  <a:cubicBezTo>
                    <a:pt x="1677670" y="556387"/>
                    <a:pt x="1662430" y="548767"/>
                    <a:pt x="1654810" y="533527"/>
                  </a:cubicBezTo>
                  <a:close/>
                  <a:moveTo>
                    <a:pt x="4949190" y="449580"/>
                  </a:moveTo>
                  <a:cubicBezTo>
                    <a:pt x="4933950" y="441960"/>
                    <a:pt x="4926330" y="419100"/>
                    <a:pt x="4933950" y="403860"/>
                  </a:cubicBezTo>
                  <a:cubicBezTo>
                    <a:pt x="4949190" y="381000"/>
                    <a:pt x="4972050" y="373380"/>
                    <a:pt x="4987290" y="381000"/>
                  </a:cubicBezTo>
                  <a:cubicBezTo>
                    <a:pt x="5002530" y="396240"/>
                    <a:pt x="5010150" y="419100"/>
                    <a:pt x="5002530" y="434467"/>
                  </a:cubicBezTo>
                  <a:cubicBezTo>
                    <a:pt x="4994910" y="449707"/>
                    <a:pt x="4979670" y="457327"/>
                    <a:pt x="4972050" y="457327"/>
                  </a:cubicBezTo>
                  <a:cubicBezTo>
                    <a:pt x="4964430" y="457327"/>
                    <a:pt x="4956810" y="457327"/>
                    <a:pt x="4949190" y="449707"/>
                  </a:cubicBezTo>
                  <a:close/>
                  <a:moveTo>
                    <a:pt x="1845437" y="426847"/>
                  </a:moveTo>
                  <a:cubicBezTo>
                    <a:pt x="1830197" y="411607"/>
                    <a:pt x="1837817" y="388747"/>
                    <a:pt x="1860677" y="381127"/>
                  </a:cubicBezTo>
                  <a:cubicBezTo>
                    <a:pt x="1875917" y="365887"/>
                    <a:pt x="1898777" y="373507"/>
                    <a:pt x="1906397" y="396367"/>
                  </a:cubicBezTo>
                  <a:cubicBezTo>
                    <a:pt x="1921637" y="411607"/>
                    <a:pt x="1914017" y="434467"/>
                    <a:pt x="1891157" y="442087"/>
                  </a:cubicBezTo>
                  <a:cubicBezTo>
                    <a:pt x="1891157" y="449707"/>
                    <a:pt x="1883537" y="449707"/>
                    <a:pt x="1875917" y="449707"/>
                  </a:cubicBezTo>
                  <a:cubicBezTo>
                    <a:pt x="1860677" y="449707"/>
                    <a:pt x="1845437" y="442087"/>
                    <a:pt x="1845437" y="426847"/>
                  </a:cubicBezTo>
                  <a:close/>
                  <a:moveTo>
                    <a:pt x="4758563" y="358140"/>
                  </a:moveTo>
                  <a:cubicBezTo>
                    <a:pt x="4743323" y="350520"/>
                    <a:pt x="4735703" y="327660"/>
                    <a:pt x="4743323" y="312420"/>
                  </a:cubicBezTo>
                  <a:cubicBezTo>
                    <a:pt x="4750943" y="289560"/>
                    <a:pt x="4773803" y="281940"/>
                    <a:pt x="4789043" y="289560"/>
                  </a:cubicBezTo>
                  <a:cubicBezTo>
                    <a:pt x="4811903" y="297180"/>
                    <a:pt x="4819523" y="320040"/>
                    <a:pt x="4811903" y="343027"/>
                  </a:cubicBezTo>
                  <a:cubicBezTo>
                    <a:pt x="4804283" y="358267"/>
                    <a:pt x="4789043" y="365887"/>
                    <a:pt x="4773803" y="365887"/>
                  </a:cubicBezTo>
                  <a:cubicBezTo>
                    <a:pt x="4773803" y="365887"/>
                    <a:pt x="4766183" y="365887"/>
                    <a:pt x="4758563" y="358267"/>
                  </a:cubicBezTo>
                  <a:close/>
                  <a:moveTo>
                    <a:pt x="2036064" y="335407"/>
                  </a:moveTo>
                  <a:cubicBezTo>
                    <a:pt x="2028444" y="312547"/>
                    <a:pt x="2036064" y="289687"/>
                    <a:pt x="2051304" y="281940"/>
                  </a:cubicBezTo>
                  <a:cubicBezTo>
                    <a:pt x="2074164" y="274320"/>
                    <a:pt x="2097024" y="281940"/>
                    <a:pt x="2104644" y="304800"/>
                  </a:cubicBezTo>
                  <a:cubicBezTo>
                    <a:pt x="2112264" y="320040"/>
                    <a:pt x="2104644" y="342900"/>
                    <a:pt x="2081784" y="358267"/>
                  </a:cubicBezTo>
                  <a:cubicBezTo>
                    <a:pt x="2081784" y="358267"/>
                    <a:pt x="2074164" y="358267"/>
                    <a:pt x="2066544" y="358267"/>
                  </a:cubicBezTo>
                  <a:cubicBezTo>
                    <a:pt x="2051304" y="358267"/>
                    <a:pt x="2043684" y="350647"/>
                    <a:pt x="2036064" y="335407"/>
                  </a:cubicBezTo>
                  <a:close/>
                  <a:moveTo>
                    <a:pt x="4567809" y="281940"/>
                  </a:moveTo>
                  <a:cubicBezTo>
                    <a:pt x="4544949" y="274320"/>
                    <a:pt x="4537329" y="251460"/>
                    <a:pt x="4544949" y="228473"/>
                  </a:cubicBezTo>
                  <a:cubicBezTo>
                    <a:pt x="4552569" y="213233"/>
                    <a:pt x="4567809" y="205613"/>
                    <a:pt x="4590669" y="213233"/>
                  </a:cubicBezTo>
                  <a:cubicBezTo>
                    <a:pt x="4613529" y="213233"/>
                    <a:pt x="4621149" y="236093"/>
                    <a:pt x="4613529" y="258953"/>
                  </a:cubicBezTo>
                  <a:cubicBezTo>
                    <a:pt x="4605909" y="274193"/>
                    <a:pt x="4590669" y="281813"/>
                    <a:pt x="4575429" y="281813"/>
                  </a:cubicBezTo>
                  <a:cubicBezTo>
                    <a:pt x="4575429" y="281813"/>
                    <a:pt x="4567809" y="281813"/>
                    <a:pt x="4567809" y="281813"/>
                  </a:cubicBezTo>
                  <a:close/>
                  <a:moveTo>
                    <a:pt x="2234311" y="251333"/>
                  </a:moveTo>
                  <a:cubicBezTo>
                    <a:pt x="2226691" y="236093"/>
                    <a:pt x="2234311" y="213233"/>
                    <a:pt x="2257171" y="205613"/>
                  </a:cubicBezTo>
                  <a:cubicBezTo>
                    <a:pt x="2272411" y="197993"/>
                    <a:pt x="2295271" y="205613"/>
                    <a:pt x="2302891" y="228473"/>
                  </a:cubicBezTo>
                  <a:cubicBezTo>
                    <a:pt x="2310511" y="243713"/>
                    <a:pt x="2302891" y="266573"/>
                    <a:pt x="2280031" y="274193"/>
                  </a:cubicBezTo>
                  <a:cubicBezTo>
                    <a:pt x="2280031" y="274193"/>
                    <a:pt x="2272411" y="281813"/>
                    <a:pt x="2272411" y="281813"/>
                  </a:cubicBezTo>
                  <a:cubicBezTo>
                    <a:pt x="2249551" y="281813"/>
                    <a:pt x="2241931" y="266573"/>
                    <a:pt x="2234311" y="251333"/>
                  </a:cubicBezTo>
                  <a:close/>
                  <a:moveTo>
                    <a:pt x="4361942" y="213233"/>
                  </a:moveTo>
                  <a:cubicBezTo>
                    <a:pt x="4346702" y="205613"/>
                    <a:pt x="4331462" y="190373"/>
                    <a:pt x="4339082" y="167513"/>
                  </a:cubicBezTo>
                  <a:cubicBezTo>
                    <a:pt x="4346702" y="144653"/>
                    <a:pt x="4361942" y="137033"/>
                    <a:pt x="4384802" y="144653"/>
                  </a:cubicBezTo>
                  <a:cubicBezTo>
                    <a:pt x="4407662" y="144653"/>
                    <a:pt x="4415282" y="167513"/>
                    <a:pt x="4407662" y="190373"/>
                  </a:cubicBezTo>
                  <a:cubicBezTo>
                    <a:pt x="4407662" y="205613"/>
                    <a:pt x="4392422" y="213233"/>
                    <a:pt x="4377182" y="213233"/>
                  </a:cubicBezTo>
                  <a:cubicBezTo>
                    <a:pt x="4369562" y="213233"/>
                    <a:pt x="4369562" y="213233"/>
                    <a:pt x="4361942" y="213233"/>
                  </a:cubicBezTo>
                  <a:close/>
                  <a:moveTo>
                    <a:pt x="2432558" y="182753"/>
                  </a:moveTo>
                  <a:cubicBezTo>
                    <a:pt x="2432558" y="167513"/>
                    <a:pt x="2440178" y="144653"/>
                    <a:pt x="2463038" y="137033"/>
                  </a:cubicBezTo>
                  <a:cubicBezTo>
                    <a:pt x="2478278" y="129413"/>
                    <a:pt x="2501138" y="144653"/>
                    <a:pt x="2508758" y="159893"/>
                  </a:cubicBezTo>
                  <a:cubicBezTo>
                    <a:pt x="2516378" y="182753"/>
                    <a:pt x="2501138" y="205613"/>
                    <a:pt x="2485898" y="213360"/>
                  </a:cubicBezTo>
                  <a:cubicBezTo>
                    <a:pt x="2478278" y="213360"/>
                    <a:pt x="2478278" y="213360"/>
                    <a:pt x="2470658" y="213360"/>
                  </a:cubicBezTo>
                  <a:cubicBezTo>
                    <a:pt x="2455418" y="213360"/>
                    <a:pt x="2440178" y="198120"/>
                    <a:pt x="2432558" y="182880"/>
                  </a:cubicBezTo>
                  <a:close/>
                  <a:moveTo>
                    <a:pt x="4155948" y="160020"/>
                  </a:moveTo>
                  <a:cubicBezTo>
                    <a:pt x="4140708" y="160020"/>
                    <a:pt x="4125468" y="137160"/>
                    <a:pt x="4133088" y="114300"/>
                  </a:cubicBezTo>
                  <a:cubicBezTo>
                    <a:pt x="4133088" y="91440"/>
                    <a:pt x="4155948" y="83820"/>
                    <a:pt x="4178808" y="83820"/>
                  </a:cubicBezTo>
                  <a:cubicBezTo>
                    <a:pt x="4194048" y="91440"/>
                    <a:pt x="4209288" y="114300"/>
                    <a:pt x="4201668" y="129540"/>
                  </a:cubicBezTo>
                  <a:cubicBezTo>
                    <a:pt x="4201668" y="152400"/>
                    <a:pt x="4186428" y="160020"/>
                    <a:pt x="4163568" y="160020"/>
                  </a:cubicBezTo>
                  <a:cubicBezTo>
                    <a:pt x="4163568" y="160020"/>
                    <a:pt x="4163568" y="160020"/>
                    <a:pt x="4155948" y="160020"/>
                  </a:cubicBezTo>
                  <a:close/>
                  <a:moveTo>
                    <a:pt x="2646045" y="129540"/>
                  </a:moveTo>
                  <a:cubicBezTo>
                    <a:pt x="2638425" y="106680"/>
                    <a:pt x="2653665" y="91440"/>
                    <a:pt x="2668905" y="83820"/>
                  </a:cubicBezTo>
                  <a:cubicBezTo>
                    <a:pt x="2691765" y="76200"/>
                    <a:pt x="2714625" y="91440"/>
                    <a:pt x="2714625" y="114300"/>
                  </a:cubicBezTo>
                  <a:cubicBezTo>
                    <a:pt x="2722245" y="129540"/>
                    <a:pt x="2707005" y="152400"/>
                    <a:pt x="2684145" y="160020"/>
                  </a:cubicBezTo>
                  <a:cubicBezTo>
                    <a:pt x="2684145" y="160020"/>
                    <a:pt x="2684145" y="160020"/>
                    <a:pt x="2676525" y="160020"/>
                  </a:cubicBezTo>
                  <a:cubicBezTo>
                    <a:pt x="2661285" y="160020"/>
                    <a:pt x="2646045" y="144780"/>
                    <a:pt x="2646045" y="129540"/>
                  </a:cubicBezTo>
                  <a:close/>
                  <a:moveTo>
                    <a:pt x="3950081" y="121920"/>
                  </a:moveTo>
                  <a:cubicBezTo>
                    <a:pt x="3927221" y="114300"/>
                    <a:pt x="3919601" y="99060"/>
                    <a:pt x="3919601" y="76200"/>
                  </a:cubicBezTo>
                  <a:cubicBezTo>
                    <a:pt x="3919601" y="53340"/>
                    <a:pt x="3942461" y="45720"/>
                    <a:pt x="3965321" y="45720"/>
                  </a:cubicBezTo>
                  <a:cubicBezTo>
                    <a:pt x="3980561" y="45720"/>
                    <a:pt x="3995801" y="68580"/>
                    <a:pt x="3995801" y="91440"/>
                  </a:cubicBezTo>
                  <a:cubicBezTo>
                    <a:pt x="3988181" y="106680"/>
                    <a:pt x="3972941" y="121920"/>
                    <a:pt x="3957701" y="121920"/>
                  </a:cubicBezTo>
                  <a:cubicBezTo>
                    <a:pt x="3957701" y="121920"/>
                    <a:pt x="3950081" y="121920"/>
                    <a:pt x="3950081" y="121920"/>
                  </a:cubicBezTo>
                  <a:close/>
                  <a:moveTo>
                    <a:pt x="2851912" y="83820"/>
                  </a:moveTo>
                  <a:cubicBezTo>
                    <a:pt x="2851912" y="68580"/>
                    <a:pt x="2867152" y="45720"/>
                    <a:pt x="2882392" y="45720"/>
                  </a:cubicBezTo>
                  <a:cubicBezTo>
                    <a:pt x="2905252" y="38100"/>
                    <a:pt x="2928112" y="53340"/>
                    <a:pt x="2928112" y="76200"/>
                  </a:cubicBezTo>
                  <a:cubicBezTo>
                    <a:pt x="2928112" y="99060"/>
                    <a:pt x="2920492" y="114300"/>
                    <a:pt x="2897632" y="121920"/>
                  </a:cubicBezTo>
                  <a:cubicBezTo>
                    <a:pt x="2897632" y="121920"/>
                    <a:pt x="2890012" y="121920"/>
                    <a:pt x="2890012" y="121920"/>
                  </a:cubicBezTo>
                  <a:cubicBezTo>
                    <a:pt x="2874772" y="121920"/>
                    <a:pt x="2851912" y="106680"/>
                    <a:pt x="2851912" y="83820"/>
                  </a:cubicBezTo>
                  <a:close/>
                  <a:moveTo>
                    <a:pt x="3744087" y="91440"/>
                  </a:moveTo>
                  <a:cubicBezTo>
                    <a:pt x="3721227" y="91440"/>
                    <a:pt x="3705987" y="76200"/>
                    <a:pt x="3705987" y="53340"/>
                  </a:cubicBezTo>
                  <a:cubicBezTo>
                    <a:pt x="3705987" y="30480"/>
                    <a:pt x="3728847" y="15240"/>
                    <a:pt x="3751707" y="15240"/>
                  </a:cubicBezTo>
                  <a:cubicBezTo>
                    <a:pt x="3766947" y="22860"/>
                    <a:pt x="3782187" y="38100"/>
                    <a:pt x="3782187" y="60960"/>
                  </a:cubicBezTo>
                  <a:cubicBezTo>
                    <a:pt x="3782187" y="76200"/>
                    <a:pt x="3766947" y="91440"/>
                    <a:pt x="3744087" y="91440"/>
                  </a:cubicBezTo>
                  <a:close/>
                  <a:moveTo>
                    <a:pt x="3065399" y="60960"/>
                  </a:moveTo>
                  <a:cubicBezTo>
                    <a:pt x="3065399" y="38100"/>
                    <a:pt x="3080639" y="15240"/>
                    <a:pt x="3095879" y="15240"/>
                  </a:cubicBezTo>
                  <a:cubicBezTo>
                    <a:pt x="3118739" y="15240"/>
                    <a:pt x="3141599" y="30480"/>
                    <a:pt x="3141599" y="53340"/>
                  </a:cubicBezTo>
                  <a:cubicBezTo>
                    <a:pt x="3141599" y="68580"/>
                    <a:pt x="3126359" y="91440"/>
                    <a:pt x="3103499" y="91440"/>
                  </a:cubicBezTo>
                  <a:cubicBezTo>
                    <a:pt x="3080639" y="91440"/>
                    <a:pt x="3065399" y="76200"/>
                    <a:pt x="3065399" y="60960"/>
                  </a:cubicBezTo>
                  <a:close/>
                  <a:moveTo>
                    <a:pt x="3530600" y="83820"/>
                  </a:moveTo>
                  <a:cubicBezTo>
                    <a:pt x="3507740" y="76200"/>
                    <a:pt x="3492500" y="60960"/>
                    <a:pt x="3492500" y="38100"/>
                  </a:cubicBezTo>
                  <a:cubicBezTo>
                    <a:pt x="3492500" y="22860"/>
                    <a:pt x="3507740" y="0"/>
                    <a:pt x="3530600" y="7620"/>
                  </a:cubicBezTo>
                  <a:cubicBezTo>
                    <a:pt x="3553460" y="7620"/>
                    <a:pt x="3568700" y="22860"/>
                    <a:pt x="3568700" y="45720"/>
                  </a:cubicBezTo>
                  <a:cubicBezTo>
                    <a:pt x="3568700" y="60960"/>
                    <a:pt x="3553460" y="83820"/>
                    <a:pt x="3530600" y="83820"/>
                  </a:cubicBezTo>
                  <a:close/>
                  <a:moveTo>
                    <a:pt x="3278886" y="45720"/>
                  </a:moveTo>
                  <a:cubicBezTo>
                    <a:pt x="3278886" y="22860"/>
                    <a:pt x="3294126" y="7620"/>
                    <a:pt x="3316986" y="0"/>
                  </a:cubicBezTo>
                  <a:cubicBezTo>
                    <a:pt x="3339846" y="0"/>
                    <a:pt x="3355086" y="22860"/>
                    <a:pt x="3355086" y="38100"/>
                  </a:cubicBezTo>
                  <a:cubicBezTo>
                    <a:pt x="3355086" y="60960"/>
                    <a:pt x="3339846" y="76200"/>
                    <a:pt x="3316986" y="76200"/>
                  </a:cubicBezTo>
                  <a:cubicBezTo>
                    <a:pt x="3294126" y="76200"/>
                    <a:pt x="3278886" y="60960"/>
                    <a:pt x="3278886" y="45720"/>
                  </a:cubicBezTo>
                  <a:close/>
                </a:path>
              </a:pathLst>
            </a:custGeom>
            <a:solidFill>
              <a:srgbClr val="BFBFB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57986" y="2267236"/>
            <a:ext cx="492923" cy="501321"/>
            <a:chOff x="0" y="0"/>
            <a:chExt cx="549360" cy="5587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38100" y="38100"/>
              <a:ext cx="473075" cy="482473"/>
            </a:xfrm>
            <a:custGeom>
              <a:avLst/>
              <a:gdLst/>
              <a:ahLst/>
              <a:cxnLst/>
              <a:rect r="r" b="b" t="t" l="l"/>
              <a:pathLst>
                <a:path h="482473" w="473075">
                  <a:moveTo>
                    <a:pt x="0" y="241300"/>
                  </a:moveTo>
                  <a:cubicBezTo>
                    <a:pt x="0" y="108077"/>
                    <a:pt x="105918" y="0"/>
                    <a:pt x="236601" y="0"/>
                  </a:cubicBezTo>
                  <a:cubicBezTo>
                    <a:pt x="367284" y="0"/>
                    <a:pt x="473075" y="108077"/>
                    <a:pt x="473075" y="241300"/>
                  </a:cubicBezTo>
                  <a:cubicBezTo>
                    <a:pt x="473075" y="374523"/>
                    <a:pt x="367157" y="482473"/>
                    <a:pt x="236601" y="482473"/>
                  </a:cubicBezTo>
                  <a:cubicBezTo>
                    <a:pt x="106045" y="482473"/>
                    <a:pt x="0" y="374523"/>
                    <a:pt x="0" y="2413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49402" cy="558800"/>
            </a:xfrm>
            <a:custGeom>
              <a:avLst/>
              <a:gdLst/>
              <a:ahLst/>
              <a:cxnLst/>
              <a:rect r="r" b="b" t="t" l="l"/>
              <a:pathLst>
                <a:path h="558800" w="549402">
                  <a:moveTo>
                    <a:pt x="0" y="279400"/>
                  </a:moveTo>
                  <a:cubicBezTo>
                    <a:pt x="0" y="125730"/>
                    <a:pt x="122301" y="0"/>
                    <a:pt x="274701" y="0"/>
                  </a:cubicBezTo>
                  <a:lnTo>
                    <a:pt x="274701" y="38100"/>
                  </a:lnTo>
                  <a:lnTo>
                    <a:pt x="274701" y="0"/>
                  </a:lnTo>
                  <a:cubicBezTo>
                    <a:pt x="427101" y="0"/>
                    <a:pt x="549402" y="125730"/>
                    <a:pt x="549402" y="279400"/>
                  </a:cubicBezTo>
                  <a:lnTo>
                    <a:pt x="511302" y="279400"/>
                  </a:lnTo>
                  <a:lnTo>
                    <a:pt x="549402" y="279400"/>
                  </a:lnTo>
                  <a:cubicBezTo>
                    <a:pt x="549402" y="432943"/>
                    <a:pt x="427101" y="558800"/>
                    <a:pt x="274701" y="558800"/>
                  </a:cubicBezTo>
                  <a:lnTo>
                    <a:pt x="274701" y="520700"/>
                  </a:lnTo>
                  <a:lnTo>
                    <a:pt x="274701" y="558800"/>
                  </a:lnTo>
                  <a:cubicBezTo>
                    <a:pt x="122301" y="558673"/>
                    <a:pt x="0" y="432943"/>
                    <a:pt x="0" y="279400"/>
                  </a:cubicBezTo>
                  <a:lnTo>
                    <a:pt x="38100" y="279400"/>
                  </a:lnTo>
                  <a:lnTo>
                    <a:pt x="76200" y="279400"/>
                  </a:lnTo>
                  <a:lnTo>
                    <a:pt x="38100" y="279400"/>
                  </a:lnTo>
                  <a:lnTo>
                    <a:pt x="0" y="279400"/>
                  </a:lnTo>
                  <a:moveTo>
                    <a:pt x="76327" y="279400"/>
                  </a:moveTo>
                  <a:cubicBezTo>
                    <a:pt x="76327" y="300482"/>
                    <a:pt x="59182" y="317500"/>
                    <a:pt x="38227" y="317500"/>
                  </a:cubicBezTo>
                  <a:cubicBezTo>
                    <a:pt x="17272" y="317500"/>
                    <a:pt x="127" y="300355"/>
                    <a:pt x="127" y="279400"/>
                  </a:cubicBezTo>
                  <a:cubicBezTo>
                    <a:pt x="127" y="258445"/>
                    <a:pt x="17272" y="241300"/>
                    <a:pt x="38227" y="241300"/>
                  </a:cubicBezTo>
                  <a:cubicBezTo>
                    <a:pt x="59182" y="241300"/>
                    <a:pt x="76327" y="258445"/>
                    <a:pt x="76327" y="279400"/>
                  </a:cubicBezTo>
                  <a:cubicBezTo>
                    <a:pt x="76327" y="392303"/>
                    <a:pt x="165862" y="482473"/>
                    <a:pt x="274701" y="482473"/>
                  </a:cubicBezTo>
                  <a:cubicBezTo>
                    <a:pt x="383540" y="482473"/>
                    <a:pt x="473075" y="392176"/>
                    <a:pt x="473075" y="279400"/>
                  </a:cubicBezTo>
                  <a:cubicBezTo>
                    <a:pt x="473075" y="166624"/>
                    <a:pt x="383540" y="76327"/>
                    <a:pt x="274701" y="76327"/>
                  </a:cubicBezTo>
                  <a:lnTo>
                    <a:pt x="274701" y="38100"/>
                  </a:lnTo>
                  <a:lnTo>
                    <a:pt x="274701" y="76200"/>
                  </a:lnTo>
                  <a:cubicBezTo>
                    <a:pt x="165862" y="76327"/>
                    <a:pt x="76327" y="166497"/>
                    <a:pt x="76327" y="279400"/>
                  </a:cubicBezTo>
                  <a:close/>
                </a:path>
              </a:pathLst>
            </a:custGeom>
            <a:solidFill>
              <a:srgbClr val="397D5A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9735811" y="6299488"/>
            <a:ext cx="1915434" cy="1820974"/>
            <a:chOff x="0" y="0"/>
            <a:chExt cx="2409120" cy="229031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09190" cy="2290302"/>
            </a:xfrm>
            <a:custGeom>
              <a:avLst/>
              <a:gdLst/>
              <a:ahLst/>
              <a:cxnLst/>
              <a:rect r="r" b="b" t="t" l="l"/>
              <a:pathLst>
                <a:path h="2290302" w="2409190">
                  <a:moveTo>
                    <a:pt x="0" y="1145151"/>
                  </a:moveTo>
                  <a:cubicBezTo>
                    <a:pt x="0" y="512667"/>
                    <a:pt x="539242" y="0"/>
                    <a:pt x="1204595" y="0"/>
                  </a:cubicBezTo>
                  <a:cubicBezTo>
                    <a:pt x="1869948" y="0"/>
                    <a:pt x="2409190" y="512667"/>
                    <a:pt x="2409190" y="1145151"/>
                  </a:cubicBezTo>
                  <a:cubicBezTo>
                    <a:pt x="2409190" y="1777635"/>
                    <a:pt x="1869948" y="2290302"/>
                    <a:pt x="1204595" y="2290302"/>
                  </a:cubicBezTo>
                  <a:cubicBezTo>
                    <a:pt x="539242" y="2290302"/>
                    <a:pt x="0" y="1777635"/>
                    <a:pt x="0" y="1145151"/>
                  </a:cubicBezTo>
                  <a:close/>
                </a:path>
              </a:pathLst>
            </a:custGeom>
            <a:solidFill>
              <a:srgbClr val="397D5A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2550908" y="5874830"/>
            <a:ext cx="507082" cy="515722"/>
            <a:chOff x="0" y="0"/>
            <a:chExt cx="549360" cy="5587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38100" y="38100"/>
              <a:ext cx="473075" cy="482473"/>
            </a:xfrm>
            <a:custGeom>
              <a:avLst/>
              <a:gdLst/>
              <a:ahLst/>
              <a:cxnLst/>
              <a:rect r="r" b="b" t="t" l="l"/>
              <a:pathLst>
                <a:path h="482473" w="473075">
                  <a:moveTo>
                    <a:pt x="0" y="241300"/>
                  </a:moveTo>
                  <a:cubicBezTo>
                    <a:pt x="0" y="108077"/>
                    <a:pt x="105918" y="0"/>
                    <a:pt x="236601" y="0"/>
                  </a:cubicBezTo>
                  <a:cubicBezTo>
                    <a:pt x="367284" y="0"/>
                    <a:pt x="473075" y="108077"/>
                    <a:pt x="473075" y="241300"/>
                  </a:cubicBezTo>
                  <a:cubicBezTo>
                    <a:pt x="473075" y="374523"/>
                    <a:pt x="367157" y="482473"/>
                    <a:pt x="236601" y="482473"/>
                  </a:cubicBezTo>
                  <a:cubicBezTo>
                    <a:pt x="106045" y="482473"/>
                    <a:pt x="0" y="374523"/>
                    <a:pt x="0" y="2413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49402" cy="558800"/>
            </a:xfrm>
            <a:custGeom>
              <a:avLst/>
              <a:gdLst/>
              <a:ahLst/>
              <a:cxnLst/>
              <a:rect r="r" b="b" t="t" l="l"/>
              <a:pathLst>
                <a:path h="558800" w="549402">
                  <a:moveTo>
                    <a:pt x="0" y="279400"/>
                  </a:moveTo>
                  <a:cubicBezTo>
                    <a:pt x="0" y="125730"/>
                    <a:pt x="122301" y="0"/>
                    <a:pt x="274701" y="0"/>
                  </a:cubicBezTo>
                  <a:lnTo>
                    <a:pt x="274701" y="38100"/>
                  </a:lnTo>
                  <a:lnTo>
                    <a:pt x="274701" y="0"/>
                  </a:lnTo>
                  <a:cubicBezTo>
                    <a:pt x="427101" y="0"/>
                    <a:pt x="549402" y="125730"/>
                    <a:pt x="549402" y="279400"/>
                  </a:cubicBezTo>
                  <a:lnTo>
                    <a:pt x="511302" y="279400"/>
                  </a:lnTo>
                  <a:lnTo>
                    <a:pt x="549402" y="279400"/>
                  </a:lnTo>
                  <a:cubicBezTo>
                    <a:pt x="549402" y="432943"/>
                    <a:pt x="427101" y="558800"/>
                    <a:pt x="274701" y="558800"/>
                  </a:cubicBezTo>
                  <a:lnTo>
                    <a:pt x="274701" y="520700"/>
                  </a:lnTo>
                  <a:lnTo>
                    <a:pt x="274701" y="558800"/>
                  </a:lnTo>
                  <a:cubicBezTo>
                    <a:pt x="122301" y="558673"/>
                    <a:pt x="0" y="432943"/>
                    <a:pt x="0" y="279400"/>
                  </a:cubicBezTo>
                  <a:lnTo>
                    <a:pt x="38100" y="279400"/>
                  </a:lnTo>
                  <a:lnTo>
                    <a:pt x="76200" y="279400"/>
                  </a:lnTo>
                  <a:lnTo>
                    <a:pt x="38100" y="279400"/>
                  </a:lnTo>
                  <a:lnTo>
                    <a:pt x="0" y="279400"/>
                  </a:lnTo>
                  <a:moveTo>
                    <a:pt x="76327" y="279400"/>
                  </a:moveTo>
                  <a:cubicBezTo>
                    <a:pt x="76327" y="300482"/>
                    <a:pt x="59182" y="317500"/>
                    <a:pt x="38227" y="317500"/>
                  </a:cubicBezTo>
                  <a:cubicBezTo>
                    <a:pt x="17272" y="317500"/>
                    <a:pt x="127" y="300355"/>
                    <a:pt x="127" y="279400"/>
                  </a:cubicBezTo>
                  <a:cubicBezTo>
                    <a:pt x="127" y="258445"/>
                    <a:pt x="17272" y="241300"/>
                    <a:pt x="38227" y="241300"/>
                  </a:cubicBezTo>
                  <a:cubicBezTo>
                    <a:pt x="59182" y="241300"/>
                    <a:pt x="76327" y="258445"/>
                    <a:pt x="76327" y="279400"/>
                  </a:cubicBezTo>
                  <a:cubicBezTo>
                    <a:pt x="76327" y="392303"/>
                    <a:pt x="165862" y="482473"/>
                    <a:pt x="274701" y="482473"/>
                  </a:cubicBezTo>
                  <a:cubicBezTo>
                    <a:pt x="383540" y="482473"/>
                    <a:pt x="473075" y="392176"/>
                    <a:pt x="473075" y="279400"/>
                  </a:cubicBezTo>
                  <a:cubicBezTo>
                    <a:pt x="473075" y="166624"/>
                    <a:pt x="383540" y="76327"/>
                    <a:pt x="274701" y="76327"/>
                  </a:cubicBezTo>
                  <a:lnTo>
                    <a:pt x="274701" y="38100"/>
                  </a:lnTo>
                  <a:lnTo>
                    <a:pt x="274701" y="76200"/>
                  </a:lnTo>
                  <a:cubicBezTo>
                    <a:pt x="165862" y="76327"/>
                    <a:pt x="76327" y="166497"/>
                    <a:pt x="76327" y="279400"/>
                  </a:cubicBezTo>
                  <a:close/>
                </a:path>
              </a:pathLst>
            </a:custGeom>
            <a:solidFill>
              <a:srgbClr val="397D5A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2710836" y="6018884"/>
            <a:ext cx="219315" cy="216656"/>
            <a:chOff x="0" y="0"/>
            <a:chExt cx="237600" cy="2347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37490" cy="234696"/>
            </a:xfrm>
            <a:custGeom>
              <a:avLst/>
              <a:gdLst/>
              <a:ahLst/>
              <a:cxnLst/>
              <a:rect r="r" b="b" t="t" l="l"/>
              <a:pathLst>
                <a:path h="234696" w="237490">
                  <a:moveTo>
                    <a:pt x="0" y="117348"/>
                  </a:moveTo>
                  <a:cubicBezTo>
                    <a:pt x="0" y="52578"/>
                    <a:pt x="53213" y="0"/>
                    <a:pt x="118745" y="0"/>
                  </a:cubicBezTo>
                  <a:cubicBezTo>
                    <a:pt x="184277" y="0"/>
                    <a:pt x="237490" y="52578"/>
                    <a:pt x="237490" y="117348"/>
                  </a:cubicBezTo>
                  <a:cubicBezTo>
                    <a:pt x="237490" y="182118"/>
                    <a:pt x="184277" y="234696"/>
                    <a:pt x="118745" y="234696"/>
                  </a:cubicBezTo>
                  <a:cubicBezTo>
                    <a:pt x="53213" y="234696"/>
                    <a:pt x="0" y="182118"/>
                    <a:pt x="0" y="117348"/>
                  </a:cubicBezTo>
                  <a:close/>
                </a:path>
              </a:pathLst>
            </a:custGeom>
            <a:solidFill>
              <a:srgbClr val="397D5A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6033628" y="6176900"/>
            <a:ext cx="1962063" cy="2066150"/>
            <a:chOff x="0" y="0"/>
            <a:chExt cx="2282286" cy="24033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82398" cy="2403348"/>
            </a:xfrm>
            <a:custGeom>
              <a:avLst/>
              <a:gdLst/>
              <a:ahLst/>
              <a:cxnLst/>
              <a:rect r="r" b="b" t="t" l="l"/>
              <a:pathLst>
                <a:path h="2403348" w="2282398">
                  <a:moveTo>
                    <a:pt x="0" y="1201674"/>
                  </a:moveTo>
                  <a:cubicBezTo>
                    <a:pt x="0" y="537972"/>
                    <a:pt x="510940" y="0"/>
                    <a:pt x="1141196" y="0"/>
                  </a:cubicBezTo>
                  <a:cubicBezTo>
                    <a:pt x="1771452" y="0"/>
                    <a:pt x="2282398" y="537972"/>
                    <a:pt x="2282398" y="1201674"/>
                  </a:cubicBezTo>
                  <a:cubicBezTo>
                    <a:pt x="2282398" y="1865376"/>
                    <a:pt x="1771452" y="2403348"/>
                    <a:pt x="1141196" y="2403348"/>
                  </a:cubicBezTo>
                  <a:cubicBezTo>
                    <a:pt x="510940" y="2403348"/>
                    <a:pt x="0" y="1865376"/>
                    <a:pt x="0" y="1201674"/>
                  </a:cubicBezTo>
                  <a:close/>
                </a:path>
              </a:pathLst>
            </a:custGeom>
            <a:solidFill>
              <a:srgbClr val="397D5A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613281" y="6235541"/>
            <a:ext cx="507082" cy="515722"/>
            <a:chOff x="0" y="0"/>
            <a:chExt cx="549360" cy="5587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38100" y="38100"/>
              <a:ext cx="473075" cy="482473"/>
            </a:xfrm>
            <a:custGeom>
              <a:avLst/>
              <a:gdLst/>
              <a:ahLst/>
              <a:cxnLst/>
              <a:rect r="r" b="b" t="t" l="l"/>
              <a:pathLst>
                <a:path h="482473" w="473075">
                  <a:moveTo>
                    <a:pt x="0" y="241300"/>
                  </a:moveTo>
                  <a:cubicBezTo>
                    <a:pt x="0" y="108077"/>
                    <a:pt x="105918" y="0"/>
                    <a:pt x="236601" y="0"/>
                  </a:cubicBezTo>
                  <a:cubicBezTo>
                    <a:pt x="367284" y="0"/>
                    <a:pt x="473075" y="108077"/>
                    <a:pt x="473075" y="241300"/>
                  </a:cubicBezTo>
                  <a:cubicBezTo>
                    <a:pt x="473075" y="374523"/>
                    <a:pt x="367157" y="482473"/>
                    <a:pt x="236601" y="482473"/>
                  </a:cubicBezTo>
                  <a:cubicBezTo>
                    <a:pt x="106045" y="482473"/>
                    <a:pt x="0" y="374523"/>
                    <a:pt x="0" y="2413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49402" cy="558800"/>
            </a:xfrm>
            <a:custGeom>
              <a:avLst/>
              <a:gdLst/>
              <a:ahLst/>
              <a:cxnLst/>
              <a:rect r="r" b="b" t="t" l="l"/>
              <a:pathLst>
                <a:path h="558800" w="549402">
                  <a:moveTo>
                    <a:pt x="0" y="279400"/>
                  </a:moveTo>
                  <a:cubicBezTo>
                    <a:pt x="0" y="125730"/>
                    <a:pt x="122301" y="0"/>
                    <a:pt x="274701" y="0"/>
                  </a:cubicBezTo>
                  <a:lnTo>
                    <a:pt x="274701" y="38100"/>
                  </a:lnTo>
                  <a:lnTo>
                    <a:pt x="274701" y="0"/>
                  </a:lnTo>
                  <a:cubicBezTo>
                    <a:pt x="427101" y="0"/>
                    <a:pt x="549402" y="125730"/>
                    <a:pt x="549402" y="279400"/>
                  </a:cubicBezTo>
                  <a:lnTo>
                    <a:pt x="511302" y="279400"/>
                  </a:lnTo>
                  <a:lnTo>
                    <a:pt x="549402" y="279400"/>
                  </a:lnTo>
                  <a:cubicBezTo>
                    <a:pt x="549402" y="432943"/>
                    <a:pt x="427101" y="558800"/>
                    <a:pt x="274701" y="558800"/>
                  </a:cubicBezTo>
                  <a:lnTo>
                    <a:pt x="274701" y="520700"/>
                  </a:lnTo>
                  <a:lnTo>
                    <a:pt x="274701" y="558800"/>
                  </a:lnTo>
                  <a:cubicBezTo>
                    <a:pt x="122301" y="558673"/>
                    <a:pt x="0" y="432943"/>
                    <a:pt x="0" y="279400"/>
                  </a:cubicBezTo>
                  <a:lnTo>
                    <a:pt x="38100" y="279400"/>
                  </a:lnTo>
                  <a:lnTo>
                    <a:pt x="76200" y="279400"/>
                  </a:lnTo>
                  <a:lnTo>
                    <a:pt x="38100" y="279400"/>
                  </a:lnTo>
                  <a:lnTo>
                    <a:pt x="0" y="279400"/>
                  </a:lnTo>
                  <a:moveTo>
                    <a:pt x="76327" y="279400"/>
                  </a:moveTo>
                  <a:cubicBezTo>
                    <a:pt x="76327" y="300482"/>
                    <a:pt x="59182" y="317500"/>
                    <a:pt x="38227" y="317500"/>
                  </a:cubicBezTo>
                  <a:cubicBezTo>
                    <a:pt x="17272" y="317500"/>
                    <a:pt x="127" y="300355"/>
                    <a:pt x="127" y="279400"/>
                  </a:cubicBezTo>
                  <a:cubicBezTo>
                    <a:pt x="127" y="258445"/>
                    <a:pt x="17272" y="241300"/>
                    <a:pt x="38227" y="241300"/>
                  </a:cubicBezTo>
                  <a:cubicBezTo>
                    <a:pt x="59182" y="241300"/>
                    <a:pt x="76327" y="258445"/>
                    <a:pt x="76327" y="279400"/>
                  </a:cubicBezTo>
                  <a:cubicBezTo>
                    <a:pt x="76327" y="392303"/>
                    <a:pt x="165862" y="482473"/>
                    <a:pt x="274701" y="482473"/>
                  </a:cubicBezTo>
                  <a:cubicBezTo>
                    <a:pt x="383540" y="482473"/>
                    <a:pt x="473075" y="392176"/>
                    <a:pt x="473075" y="279400"/>
                  </a:cubicBezTo>
                  <a:cubicBezTo>
                    <a:pt x="473075" y="166624"/>
                    <a:pt x="383540" y="76327"/>
                    <a:pt x="274701" y="76327"/>
                  </a:cubicBezTo>
                  <a:lnTo>
                    <a:pt x="274701" y="38100"/>
                  </a:lnTo>
                  <a:lnTo>
                    <a:pt x="274701" y="76200"/>
                  </a:lnTo>
                  <a:cubicBezTo>
                    <a:pt x="165862" y="76327"/>
                    <a:pt x="76327" y="166497"/>
                    <a:pt x="76327" y="279400"/>
                  </a:cubicBezTo>
                  <a:close/>
                </a:path>
              </a:pathLst>
            </a:custGeom>
            <a:solidFill>
              <a:srgbClr val="397D5A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756833" y="6385074"/>
            <a:ext cx="219979" cy="216656"/>
            <a:chOff x="0" y="0"/>
            <a:chExt cx="238320" cy="2347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38252" cy="234696"/>
            </a:xfrm>
            <a:custGeom>
              <a:avLst/>
              <a:gdLst/>
              <a:ahLst/>
              <a:cxnLst/>
              <a:rect r="r" b="b" t="t" l="l"/>
              <a:pathLst>
                <a:path h="234696" w="238252">
                  <a:moveTo>
                    <a:pt x="0" y="117348"/>
                  </a:moveTo>
                  <a:cubicBezTo>
                    <a:pt x="0" y="52578"/>
                    <a:pt x="53340" y="0"/>
                    <a:pt x="119126" y="0"/>
                  </a:cubicBezTo>
                  <a:cubicBezTo>
                    <a:pt x="184912" y="0"/>
                    <a:pt x="238252" y="52578"/>
                    <a:pt x="238252" y="117348"/>
                  </a:cubicBezTo>
                  <a:cubicBezTo>
                    <a:pt x="238252" y="182118"/>
                    <a:pt x="184912" y="234696"/>
                    <a:pt x="119126" y="234696"/>
                  </a:cubicBezTo>
                  <a:cubicBezTo>
                    <a:pt x="53340" y="234696"/>
                    <a:pt x="0" y="182118"/>
                    <a:pt x="0" y="117348"/>
                  </a:cubicBezTo>
                  <a:close/>
                </a:path>
              </a:pathLst>
            </a:custGeom>
            <a:solidFill>
              <a:srgbClr val="397D5A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6033628" y="2795801"/>
            <a:ext cx="1872789" cy="1867753"/>
            <a:chOff x="0" y="0"/>
            <a:chExt cx="2409840" cy="240336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409952" cy="2403348"/>
            </a:xfrm>
            <a:custGeom>
              <a:avLst/>
              <a:gdLst/>
              <a:ahLst/>
              <a:cxnLst/>
              <a:rect r="r" b="b" t="t" l="l"/>
              <a:pathLst>
                <a:path h="2403348" w="2409952">
                  <a:moveTo>
                    <a:pt x="0" y="1201674"/>
                  </a:moveTo>
                  <a:cubicBezTo>
                    <a:pt x="0" y="537972"/>
                    <a:pt x="539496" y="0"/>
                    <a:pt x="1204976" y="0"/>
                  </a:cubicBezTo>
                  <a:cubicBezTo>
                    <a:pt x="1870456" y="0"/>
                    <a:pt x="2409952" y="537972"/>
                    <a:pt x="2409952" y="1201674"/>
                  </a:cubicBezTo>
                  <a:cubicBezTo>
                    <a:pt x="2409952" y="1865376"/>
                    <a:pt x="1870456" y="2403348"/>
                    <a:pt x="1204976" y="2403348"/>
                  </a:cubicBezTo>
                  <a:cubicBezTo>
                    <a:pt x="539496" y="2403348"/>
                    <a:pt x="0" y="1865376"/>
                    <a:pt x="0" y="1201674"/>
                  </a:cubicBezTo>
                  <a:close/>
                </a:path>
              </a:pathLst>
            </a:custGeom>
            <a:solidFill>
              <a:srgbClr val="397D5A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697729" y="2071306"/>
            <a:ext cx="507082" cy="515722"/>
            <a:chOff x="0" y="0"/>
            <a:chExt cx="549360" cy="5587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38100" y="38100"/>
              <a:ext cx="473075" cy="482473"/>
            </a:xfrm>
            <a:custGeom>
              <a:avLst/>
              <a:gdLst/>
              <a:ahLst/>
              <a:cxnLst/>
              <a:rect r="r" b="b" t="t" l="l"/>
              <a:pathLst>
                <a:path h="482473" w="473075">
                  <a:moveTo>
                    <a:pt x="0" y="241300"/>
                  </a:moveTo>
                  <a:cubicBezTo>
                    <a:pt x="0" y="108077"/>
                    <a:pt x="105918" y="0"/>
                    <a:pt x="236601" y="0"/>
                  </a:cubicBezTo>
                  <a:cubicBezTo>
                    <a:pt x="367284" y="0"/>
                    <a:pt x="473075" y="108077"/>
                    <a:pt x="473075" y="241300"/>
                  </a:cubicBezTo>
                  <a:cubicBezTo>
                    <a:pt x="473075" y="374523"/>
                    <a:pt x="367157" y="482473"/>
                    <a:pt x="236601" y="482473"/>
                  </a:cubicBezTo>
                  <a:cubicBezTo>
                    <a:pt x="106045" y="482473"/>
                    <a:pt x="0" y="374523"/>
                    <a:pt x="0" y="2413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49402" cy="558800"/>
            </a:xfrm>
            <a:custGeom>
              <a:avLst/>
              <a:gdLst/>
              <a:ahLst/>
              <a:cxnLst/>
              <a:rect r="r" b="b" t="t" l="l"/>
              <a:pathLst>
                <a:path h="558800" w="549402">
                  <a:moveTo>
                    <a:pt x="0" y="279400"/>
                  </a:moveTo>
                  <a:cubicBezTo>
                    <a:pt x="0" y="125730"/>
                    <a:pt x="122301" y="0"/>
                    <a:pt x="274701" y="0"/>
                  </a:cubicBezTo>
                  <a:lnTo>
                    <a:pt x="274701" y="38100"/>
                  </a:lnTo>
                  <a:lnTo>
                    <a:pt x="274701" y="0"/>
                  </a:lnTo>
                  <a:cubicBezTo>
                    <a:pt x="427101" y="0"/>
                    <a:pt x="549402" y="125730"/>
                    <a:pt x="549402" y="279400"/>
                  </a:cubicBezTo>
                  <a:lnTo>
                    <a:pt x="511302" y="279400"/>
                  </a:lnTo>
                  <a:lnTo>
                    <a:pt x="549402" y="279400"/>
                  </a:lnTo>
                  <a:cubicBezTo>
                    <a:pt x="549402" y="432943"/>
                    <a:pt x="427101" y="558800"/>
                    <a:pt x="274701" y="558800"/>
                  </a:cubicBezTo>
                  <a:lnTo>
                    <a:pt x="274701" y="520700"/>
                  </a:lnTo>
                  <a:lnTo>
                    <a:pt x="274701" y="558800"/>
                  </a:lnTo>
                  <a:cubicBezTo>
                    <a:pt x="122301" y="558673"/>
                    <a:pt x="0" y="432943"/>
                    <a:pt x="0" y="279400"/>
                  </a:cubicBezTo>
                  <a:lnTo>
                    <a:pt x="38100" y="279400"/>
                  </a:lnTo>
                  <a:lnTo>
                    <a:pt x="76200" y="279400"/>
                  </a:lnTo>
                  <a:lnTo>
                    <a:pt x="38100" y="279400"/>
                  </a:lnTo>
                  <a:lnTo>
                    <a:pt x="0" y="279400"/>
                  </a:lnTo>
                  <a:moveTo>
                    <a:pt x="76327" y="279400"/>
                  </a:moveTo>
                  <a:cubicBezTo>
                    <a:pt x="76327" y="300482"/>
                    <a:pt x="59182" y="317500"/>
                    <a:pt x="38227" y="317500"/>
                  </a:cubicBezTo>
                  <a:cubicBezTo>
                    <a:pt x="17272" y="317500"/>
                    <a:pt x="127" y="300355"/>
                    <a:pt x="127" y="279400"/>
                  </a:cubicBezTo>
                  <a:cubicBezTo>
                    <a:pt x="127" y="258445"/>
                    <a:pt x="17272" y="241300"/>
                    <a:pt x="38227" y="241300"/>
                  </a:cubicBezTo>
                  <a:cubicBezTo>
                    <a:pt x="59182" y="241300"/>
                    <a:pt x="76327" y="258445"/>
                    <a:pt x="76327" y="279400"/>
                  </a:cubicBezTo>
                  <a:cubicBezTo>
                    <a:pt x="76327" y="392303"/>
                    <a:pt x="165862" y="482473"/>
                    <a:pt x="274701" y="482473"/>
                  </a:cubicBezTo>
                  <a:cubicBezTo>
                    <a:pt x="383540" y="482473"/>
                    <a:pt x="473075" y="392176"/>
                    <a:pt x="473075" y="279400"/>
                  </a:cubicBezTo>
                  <a:cubicBezTo>
                    <a:pt x="473075" y="166624"/>
                    <a:pt x="383540" y="76327"/>
                    <a:pt x="274701" y="76327"/>
                  </a:cubicBezTo>
                  <a:lnTo>
                    <a:pt x="274701" y="38100"/>
                  </a:lnTo>
                  <a:lnTo>
                    <a:pt x="274701" y="76200"/>
                  </a:lnTo>
                  <a:cubicBezTo>
                    <a:pt x="165862" y="76327"/>
                    <a:pt x="76327" y="166497"/>
                    <a:pt x="76327" y="279400"/>
                  </a:cubicBezTo>
                  <a:close/>
                </a:path>
              </a:pathLst>
            </a:custGeom>
            <a:solidFill>
              <a:srgbClr val="397D5A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2194790" y="2386764"/>
            <a:ext cx="219315" cy="216656"/>
            <a:chOff x="0" y="0"/>
            <a:chExt cx="237600" cy="2347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37490" cy="234696"/>
            </a:xfrm>
            <a:custGeom>
              <a:avLst/>
              <a:gdLst/>
              <a:ahLst/>
              <a:cxnLst/>
              <a:rect r="r" b="b" t="t" l="l"/>
              <a:pathLst>
                <a:path h="234696" w="237490">
                  <a:moveTo>
                    <a:pt x="0" y="117348"/>
                  </a:moveTo>
                  <a:cubicBezTo>
                    <a:pt x="0" y="52578"/>
                    <a:pt x="53213" y="0"/>
                    <a:pt x="118745" y="0"/>
                  </a:cubicBezTo>
                  <a:cubicBezTo>
                    <a:pt x="184277" y="0"/>
                    <a:pt x="237490" y="52578"/>
                    <a:pt x="237490" y="117348"/>
                  </a:cubicBezTo>
                  <a:cubicBezTo>
                    <a:pt x="237490" y="182118"/>
                    <a:pt x="184277" y="234696"/>
                    <a:pt x="118745" y="234696"/>
                  </a:cubicBezTo>
                  <a:cubicBezTo>
                    <a:pt x="53213" y="234696"/>
                    <a:pt x="0" y="182118"/>
                    <a:pt x="0" y="117348"/>
                  </a:cubicBezTo>
                  <a:close/>
                </a:path>
              </a:pathLst>
            </a:custGeom>
            <a:solidFill>
              <a:srgbClr val="397D5A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866822" y="2256517"/>
            <a:ext cx="194105" cy="191752"/>
            <a:chOff x="0" y="0"/>
            <a:chExt cx="237600" cy="2347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37490" cy="234696"/>
            </a:xfrm>
            <a:custGeom>
              <a:avLst/>
              <a:gdLst/>
              <a:ahLst/>
              <a:cxnLst/>
              <a:rect r="r" b="b" t="t" l="l"/>
              <a:pathLst>
                <a:path h="234696" w="237490">
                  <a:moveTo>
                    <a:pt x="0" y="117348"/>
                  </a:moveTo>
                  <a:cubicBezTo>
                    <a:pt x="0" y="52578"/>
                    <a:pt x="53213" y="0"/>
                    <a:pt x="118745" y="0"/>
                  </a:cubicBezTo>
                  <a:cubicBezTo>
                    <a:pt x="184277" y="0"/>
                    <a:pt x="237490" y="52578"/>
                    <a:pt x="237490" y="117348"/>
                  </a:cubicBezTo>
                  <a:cubicBezTo>
                    <a:pt x="237490" y="182118"/>
                    <a:pt x="184277" y="234696"/>
                    <a:pt x="118745" y="234696"/>
                  </a:cubicBezTo>
                  <a:cubicBezTo>
                    <a:pt x="53213" y="234696"/>
                    <a:pt x="0" y="182118"/>
                    <a:pt x="0" y="117348"/>
                  </a:cubicBezTo>
                  <a:close/>
                </a:path>
              </a:pathLst>
            </a:custGeom>
            <a:solidFill>
              <a:srgbClr val="397D5A"/>
            </a:solidFill>
          </p:spPr>
        </p:sp>
      </p:grpSp>
      <p:sp>
        <p:nvSpPr>
          <p:cNvPr name="Freeform 30" id="30"/>
          <p:cNvSpPr/>
          <p:nvPr/>
        </p:nvSpPr>
        <p:spPr>
          <a:xfrm flipH="false" flipV="false" rot="0">
            <a:off x="9949010" y="6493402"/>
            <a:ext cx="1489037" cy="1302230"/>
          </a:xfrm>
          <a:custGeom>
            <a:avLst/>
            <a:gdLst/>
            <a:ahLst/>
            <a:cxnLst/>
            <a:rect r="r" b="b" t="t" l="l"/>
            <a:pathLst>
              <a:path h="1302230" w="1489037">
                <a:moveTo>
                  <a:pt x="0" y="0"/>
                </a:moveTo>
                <a:lnTo>
                  <a:pt x="1489037" y="0"/>
                </a:lnTo>
                <a:lnTo>
                  <a:pt x="1489037" y="1302230"/>
                </a:lnTo>
                <a:lnTo>
                  <a:pt x="0" y="13022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1" id="31"/>
          <p:cNvGrpSpPr/>
          <p:nvPr/>
        </p:nvGrpSpPr>
        <p:grpSpPr>
          <a:xfrm rot="0">
            <a:off x="9860746" y="2795801"/>
            <a:ext cx="1858314" cy="1867753"/>
            <a:chOff x="0" y="0"/>
            <a:chExt cx="2391214" cy="240336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391326" cy="2403348"/>
            </a:xfrm>
            <a:custGeom>
              <a:avLst/>
              <a:gdLst/>
              <a:ahLst/>
              <a:cxnLst/>
              <a:rect r="r" b="b" t="t" l="l"/>
              <a:pathLst>
                <a:path h="2403348" w="2391326">
                  <a:moveTo>
                    <a:pt x="0" y="1201674"/>
                  </a:moveTo>
                  <a:cubicBezTo>
                    <a:pt x="0" y="537972"/>
                    <a:pt x="535326" y="0"/>
                    <a:pt x="1195663" y="0"/>
                  </a:cubicBezTo>
                  <a:cubicBezTo>
                    <a:pt x="1855999" y="0"/>
                    <a:pt x="2391326" y="537972"/>
                    <a:pt x="2391326" y="1201674"/>
                  </a:cubicBezTo>
                  <a:cubicBezTo>
                    <a:pt x="2391326" y="1865376"/>
                    <a:pt x="1855999" y="2403348"/>
                    <a:pt x="1195663" y="2403348"/>
                  </a:cubicBezTo>
                  <a:cubicBezTo>
                    <a:pt x="535326" y="2403348"/>
                    <a:pt x="0" y="1865376"/>
                    <a:pt x="0" y="1201674"/>
                  </a:cubicBezTo>
                  <a:close/>
                </a:path>
              </a:pathLst>
            </a:custGeom>
            <a:solidFill>
              <a:srgbClr val="397D5A"/>
            </a:solidFill>
          </p:spPr>
        </p:sp>
      </p:grpSp>
      <p:sp>
        <p:nvSpPr>
          <p:cNvPr name="Freeform 33" id="33"/>
          <p:cNvSpPr/>
          <p:nvPr/>
        </p:nvSpPr>
        <p:spPr>
          <a:xfrm flipH="false" flipV="false" rot="0">
            <a:off x="10152380" y="3033946"/>
            <a:ext cx="1498866" cy="1205944"/>
          </a:xfrm>
          <a:custGeom>
            <a:avLst/>
            <a:gdLst/>
            <a:ahLst/>
            <a:cxnLst/>
            <a:rect r="r" b="b" t="t" l="l"/>
            <a:pathLst>
              <a:path h="1205944" w="1498866">
                <a:moveTo>
                  <a:pt x="0" y="0"/>
                </a:moveTo>
                <a:lnTo>
                  <a:pt x="1498866" y="0"/>
                </a:lnTo>
                <a:lnTo>
                  <a:pt x="1498866" y="1205945"/>
                </a:lnTo>
                <a:lnTo>
                  <a:pt x="0" y="12059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6310215" y="2996515"/>
            <a:ext cx="1408888" cy="1280807"/>
          </a:xfrm>
          <a:custGeom>
            <a:avLst/>
            <a:gdLst/>
            <a:ahLst/>
            <a:cxnLst/>
            <a:rect r="r" b="b" t="t" l="l"/>
            <a:pathLst>
              <a:path h="1280807" w="1408888">
                <a:moveTo>
                  <a:pt x="0" y="0"/>
                </a:moveTo>
                <a:lnTo>
                  <a:pt x="1408888" y="0"/>
                </a:lnTo>
                <a:lnTo>
                  <a:pt x="1408888" y="1280807"/>
                </a:lnTo>
                <a:lnTo>
                  <a:pt x="0" y="12808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6280116" y="6608424"/>
            <a:ext cx="1469087" cy="1268924"/>
          </a:xfrm>
          <a:custGeom>
            <a:avLst/>
            <a:gdLst/>
            <a:ahLst/>
            <a:cxnLst/>
            <a:rect r="r" b="b" t="t" l="l"/>
            <a:pathLst>
              <a:path h="1268924" w="1469087">
                <a:moveTo>
                  <a:pt x="0" y="0"/>
                </a:moveTo>
                <a:lnTo>
                  <a:pt x="1469087" y="0"/>
                </a:lnTo>
                <a:lnTo>
                  <a:pt x="1469087" y="1268924"/>
                </a:lnTo>
                <a:lnTo>
                  <a:pt x="0" y="126892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6" id="36"/>
          <p:cNvGrpSpPr/>
          <p:nvPr/>
        </p:nvGrpSpPr>
        <p:grpSpPr>
          <a:xfrm rot="0">
            <a:off x="7303216" y="3783595"/>
            <a:ext cx="3196909" cy="3196909"/>
            <a:chOff x="0" y="0"/>
            <a:chExt cx="812800" cy="8128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90500" cap="sq">
              <a:solidFill>
                <a:srgbClr val="397D5A"/>
              </a:solidFill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1028700" y="3151500"/>
            <a:ext cx="4482343" cy="1512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21"/>
              </a:lnSpc>
              <a:spcBef>
                <a:spcPct val="0"/>
              </a:spcBef>
            </a:pPr>
            <a:r>
              <a:rPr lang="en-US" sz="2189" spc="214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Ensures long-term operational sustainability and adoption in financially limited environments.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302098" y="2066418"/>
            <a:ext cx="4731530" cy="1026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65"/>
              </a:lnSpc>
              <a:spcBef>
                <a:spcPct val="0"/>
              </a:spcBef>
            </a:pPr>
            <a:r>
              <a:rPr lang="en-US" b="true" sz="3018" spc="295">
                <a:solidFill>
                  <a:srgbClr val="397D5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Cost-Effectiveness Guarantee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2550908" y="6942404"/>
            <a:ext cx="4842504" cy="1893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21"/>
              </a:lnSpc>
              <a:spcBef>
                <a:spcPct val="0"/>
              </a:spcBef>
            </a:pPr>
            <a:r>
              <a:rPr lang="en-US" sz="2189" spc="214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Replaces failure-prone manual systems with a modern, streamlined solution, allowing educators to refocus on pedagogical delivery.</a:t>
            </a:r>
          </a:p>
        </p:txBody>
      </p:sp>
      <p:sp>
        <p:nvSpPr>
          <p:cNvPr name="Freeform 42" id="42"/>
          <p:cNvSpPr/>
          <p:nvPr/>
        </p:nvSpPr>
        <p:spPr>
          <a:xfrm flipH="false" flipV="false" rot="0">
            <a:off x="16322124" y="7754894"/>
            <a:ext cx="4118443" cy="3654183"/>
          </a:xfrm>
          <a:custGeom>
            <a:avLst/>
            <a:gdLst/>
            <a:ahLst/>
            <a:cxnLst/>
            <a:rect r="r" b="b" t="t" l="l"/>
            <a:pathLst>
              <a:path h="3654183" w="4118443">
                <a:moveTo>
                  <a:pt x="0" y="0"/>
                </a:moveTo>
                <a:lnTo>
                  <a:pt x="4118443" y="0"/>
                </a:lnTo>
                <a:lnTo>
                  <a:pt x="4118443" y="3654183"/>
                </a:lnTo>
                <a:lnTo>
                  <a:pt x="0" y="365418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true" flipV="true" rot="0">
            <a:off x="-2330511" y="-1548571"/>
            <a:ext cx="4661023" cy="4135598"/>
          </a:xfrm>
          <a:custGeom>
            <a:avLst/>
            <a:gdLst/>
            <a:ahLst/>
            <a:cxnLst/>
            <a:rect r="r" b="b" t="t" l="l"/>
            <a:pathLst>
              <a:path h="4135598" w="4661023">
                <a:moveTo>
                  <a:pt x="4661022" y="4135599"/>
                </a:moveTo>
                <a:lnTo>
                  <a:pt x="0" y="4135599"/>
                </a:lnTo>
                <a:lnTo>
                  <a:pt x="0" y="0"/>
                </a:lnTo>
                <a:lnTo>
                  <a:pt x="4661022" y="0"/>
                </a:lnTo>
                <a:lnTo>
                  <a:pt x="4661022" y="4135599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4" id="44"/>
          <p:cNvGrpSpPr/>
          <p:nvPr/>
        </p:nvGrpSpPr>
        <p:grpSpPr>
          <a:xfrm rot="0">
            <a:off x="7817535" y="4340693"/>
            <a:ext cx="2152709" cy="2152709"/>
            <a:chOff x="0" y="0"/>
            <a:chExt cx="812800" cy="8128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463617" y="45143"/>
                  </a:lnTo>
                  <a:lnTo>
                    <a:pt x="531984" y="19891"/>
                  </a:lnTo>
                  <a:lnTo>
                    <a:pt x="572451" y="80505"/>
                  </a:lnTo>
                  <a:lnTo>
                    <a:pt x="645276" y="77616"/>
                  </a:lnTo>
                  <a:lnTo>
                    <a:pt x="665032" y="147768"/>
                  </a:lnTo>
                  <a:lnTo>
                    <a:pt x="735184" y="167524"/>
                  </a:lnTo>
                  <a:lnTo>
                    <a:pt x="732295" y="240349"/>
                  </a:lnTo>
                  <a:lnTo>
                    <a:pt x="792909" y="280816"/>
                  </a:lnTo>
                  <a:lnTo>
                    <a:pt x="767657" y="349183"/>
                  </a:lnTo>
                  <a:lnTo>
                    <a:pt x="812800" y="406400"/>
                  </a:lnTo>
                  <a:lnTo>
                    <a:pt x="767657" y="463617"/>
                  </a:lnTo>
                  <a:lnTo>
                    <a:pt x="792909" y="531984"/>
                  </a:lnTo>
                  <a:lnTo>
                    <a:pt x="732295" y="572451"/>
                  </a:lnTo>
                  <a:lnTo>
                    <a:pt x="735184" y="645276"/>
                  </a:lnTo>
                  <a:lnTo>
                    <a:pt x="665032" y="665032"/>
                  </a:lnTo>
                  <a:lnTo>
                    <a:pt x="645276" y="735184"/>
                  </a:lnTo>
                  <a:lnTo>
                    <a:pt x="572451" y="732295"/>
                  </a:lnTo>
                  <a:lnTo>
                    <a:pt x="531984" y="792909"/>
                  </a:lnTo>
                  <a:lnTo>
                    <a:pt x="463617" y="767657"/>
                  </a:lnTo>
                  <a:lnTo>
                    <a:pt x="406400" y="812800"/>
                  </a:lnTo>
                  <a:lnTo>
                    <a:pt x="349183" y="767657"/>
                  </a:lnTo>
                  <a:lnTo>
                    <a:pt x="280816" y="792909"/>
                  </a:lnTo>
                  <a:lnTo>
                    <a:pt x="240349" y="732295"/>
                  </a:lnTo>
                  <a:lnTo>
                    <a:pt x="167524" y="735184"/>
                  </a:lnTo>
                  <a:lnTo>
                    <a:pt x="147768" y="665032"/>
                  </a:lnTo>
                  <a:lnTo>
                    <a:pt x="77616" y="645276"/>
                  </a:lnTo>
                  <a:lnTo>
                    <a:pt x="80505" y="572451"/>
                  </a:lnTo>
                  <a:lnTo>
                    <a:pt x="19891" y="531984"/>
                  </a:lnTo>
                  <a:lnTo>
                    <a:pt x="45143" y="463617"/>
                  </a:lnTo>
                  <a:lnTo>
                    <a:pt x="0" y="406400"/>
                  </a:lnTo>
                  <a:lnTo>
                    <a:pt x="45143" y="349183"/>
                  </a:lnTo>
                  <a:lnTo>
                    <a:pt x="19891" y="280816"/>
                  </a:lnTo>
                  <a:lnTo>
                    <a:pt x="80505" y="240349"/>
                  </a:lnTo>
                  <a:lnTo>
                    <a:pt x="77616" y="167524"/>
                  </a:lnTo>
                  <a:lnTo>
                    <a:pt x="147768" y="147768"/>
                  </a:lnTo>
                  <a:lnTo>
                    <a:pt x="167524" y="77616"/>
                  </a:lnTo>
                  <a:lnTo>
                    <a:pt x="240349" y="80505"/>
                  </a:lnTo>
                  <a:lnTo>
                    <a:pt x="280816" y="19891"/>
                  </a:lnTo>
                  <a:lnTo>
                    <a:pt x="349183" y="45143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DFBFB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88900" y="69850"/>
              <a:ext cx="635000" cy="654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47" id="47"/>
          <p:cNvSpPr/>
          <p:nvPr/>
        </p:nvSpPr>
        <p:spPr>
          <a:xfrm flipH="false" flipV="false" rot="0">
            <a:off x="8229749" y="4777900"/>
            <a:ext cx="1328279" cy="1208299"/>
          </a:xfrm>
          <a:custGeom>
            <a:avLst/>
            <a:gdLst/>
            <a:ahLst/>
            <a:cxnLst/>
            <a:rect r="r" b="b" t="t" l="l"/>
            <a:pathLst>
              <a:path h="1208299" w="1328279">
                <a:moveTo>
                  <a:pt x="0" y="0"/>
                </a:moveTo>
                <a:lnTo>
                  <a:pt x="1328280" y="0"/>
                </a:lnTo>
                <a:lnTo>
                  <a:pt x="1328280" y="1208299"/>
                </a:lnTo>
                <a:lnTo>
                  <a:pt x="0" y="120829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65853" t="-42919" r="-61286" b="-79282"/>
            </a:stretch>
          </a:blipFill>
        </p:spPr>
      </p:sp>
      <p:sp>
        <p:nvSpPr>
          <p:cNvPr name="TextBox 48" id="48"/>
          <p:cNvSpPr txBox="true"/>
          <p:nvPr/>
        </p:nvSpPr>
        <p:spPr>
          <a:xfrm rot="0">
            <a:off x="5782902" y="94368"/>
            <a:ext cx="5961131" cy="181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202"/>
              </a:lnSpc>
              <a:spcBef>
                <a:spcPct val="0"/>
              </a:spcBef>
            </a:pPr>
            <a:r>
              <a:rPr lang="en-US" b="true" sz="9566" spc="937" u="sng">
                <a:solidFill>
                  <a:srgbClr val="1B5A3A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Objectives 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2646158" y="2863464"/>
            <a:ext cx="4482343" cy="1800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83"/>
              </a:lnSpc>
              <a:spcBef>
                <a:spcPct val="0"/>
              </a:spcBef>
            </a:pPr>
            <a:r>
              <a:rPr lang="en-US" sz="2089" spc="204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Minimizes training time for non-technical users and supports deployment on low-cost, readily available infrastructure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2646158" y="2235428"/>
            <a:ext cx="5199177" cy="502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65"/>
              </a:lnSpc>
              <a:spcBef>
                <a:spcPct val="0"/>
              </a:spcBef>
            </a:pPr>
            <a:r>
              <a:rPr lang="en-US" b="true" sz="3018" spc="295">
                <a:solidFill>
                  <a:srgbClr val="397D5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Usability-First Design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060927" y="6911770"/>
            <a:ext cx="4482343" cy="1893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21"/>
              </a:lnSpc>
              <a:spcBef>
                <a:spcPct val="0"/>
              </a:spcBef>
            </a:pPr>
            <a:r>
              <a:rPr lang="en-US" sz="2189" spc="214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Provides administrators with timely, accurate intelligence to flag at-risk students and allocate resources effectively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302098" y="6129275"/>
            <a:ext cx="5032018" cy="502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65"/>
              </a:lnSpc>
              <a:spcBef>
                <a:spcPct val="0"/>
              </a:spcBef>
            </a:pPr>
            <a:r>
              <a:rPr lang="en-US" b="true" sz="3018" spc="295">
                <a:solidFill>
                  <a:srgbClr val="397D5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Data-Driven Decisions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3391366" y="5773559"/>
            <a:ext cx="3867934" cy="1026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65"/>
              </a:lnSpc>
              <a:spcBef>
                <a:spcPct val="0"/>
              </a:spcBef>
            </a:pPr>
            <a:r>
              <a:rPr lang="en-US" b="true" sz="3018" spc="295">
                <a:solidFill>
                  <a:srgbClr val="397D5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Promote Digital Equity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8285038" y="5948099"/>
            <a:ext cx="1272991" cy="673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9"/>
              </a:lnSpc>
            </a:pPr>
            <a:r>
              <a:rPr lang="en-US" b="true" sz="1978" spc="98">
                <a:solidFill>
                  <a:srgbClr val="040506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AMS</a:t>
            </a:r>
          </a:p>
          <a:p>
            <a:pPr algn="ctr">
              <a:lnSpc>
                <a:spcPts val="2769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469094" y="781971"/>
            <a:ext cx="8615913" cy="1798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665"/>
              </a:lnSpc>
            </a:pPr>
            <a:r>
              <a:rPr lang="en-US" sz="7166" spc="774" u="sng">
                <a:solidFill>
                  <a:srgbClr val="231F20"/>
                </a:solidFill>
                <a:latin typeface="Poppins"/>
                <a:ea typeface="Poppins"/>
                <a:cs typeface="Poppins"/>
                <a:sym typeface="Poppins"/>
              </a:rPr>
              <a:t>SYSTEM TECHNOLOGY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085007" y="0"/>
            <a:ext cx="8603573" cy="10287000"/>
            <a:chOff x="0" y="0"/>
            <a:chExt cx="8603361" cy="1028674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-2794" y="-127"/>
              <a:ext cx="8606155" cy="10286873"/>
            </a:xfrm>
            <a:custGeom>
              <a:avLst/>
              <a:gdLst/>
              <a:ahLst/>
              <a:cxnLst/>
              <a:rect r="r" b="b" t="t" l="l"/>
              <a:pathLst>
                <a:path h="10286873" w="8606155">
                  <a:moveTo>
                    <a:pt x="8606155" y="10251440"/>
                  </a:moveTo>
                  <a:cubicBezTo>
                    <a:pt x="8606155" y="10284587"/>
                    <a:pt x="8595487" y="10286873"/>
                    <a:pt x="8567674" y="10286873"/>
                  </a:cubicBezTo>
                  <a:cubicBezTo>
                    <a:pt x="5713095" y="10286238"/>
                    <a:pt x="2858643" y="10286238"/>
                    <a:pt x="4064" y="10286238"/>
                  </a:cubicBezTo>
                  <a:cubicBezTo>
                    <a:pt x="0" y="10272395"/>
                    <a:pt x="6350" y="10259822"/>
                    <a:pt x="9271" y="10246995"/>
                  </a:cubicBezTo>
                  <a:cubicBezTo>
                    <a:pt x="134747" y="9685401"/>
                    <a:pt x="260350" y="9123934"/>
                    <a:pt x="386207" y="8562467"/>
                  </a:cubicBezTo>
                  <a:cubicBezTo>
                    <a:pt x="565658" y="7761986"/>
                    <a:pt x="745490" y="6961632"/>
                    <a:pt x="924814" y="6161151"/>
                  </a:cubicBezTo>
                  <a:cubicBezTo>
                    <a:pt x="1146302" y="5172583"/>
                    <a:pt x="1367282" y="4184015"/>
                    <a:pt x="1588643" y="3195574"/>
                  </a:cubicBezTo>
                  <a:cubicBezTo>
                    <a:pt x="1813560" y="2191385"/>
                    <a:pt x="2038604" y="1187323"/>
                    <a:pt x="2264156" y="183261"/>
                  </a:cubicBezTo>
                  <a:cubicBezTo>
                    <a:pt x="2277872" y="122174"/>
                    <a:pt x="2286635" y="59690"/>
                    <a:pt x="2308860" y="635"/>
                  </a:cubicBezTo>
                  <a:cubicBezTo>
                    <a:pt x="4395216" y="635"/>
                    <a:pt x="6481572" y="635"/>
                    <a:pt x="8567928" y="0"/>
                  </a:cubicBezTo>
                  <a:cubicBezTo>
                    <a:pt x="8596249" y="0"/>
                    <a:pt x="8605901" y="3429"/>
                    <a:pt x="8605901" y="35814"/>
                  </a:cubicBezTo>
                  <a:cubicBezTo>
                    <a:pt x="8605139" y="3441065"/>
                    <a:pt x="8605139" y="6846316"/>
                    <a:pt x="8606155" y="10251440"/>
                  </a:cubicBezTo>
                  <a:close/>
                </a:path>
              </a:pathLst>
            </a:custGeom>
            <a:blipFill>
              <a:blip r:embed="rId3"/>
              <a:stretch>
                <a:fillRect l="-39675" t="0" r="-39675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826432">
            <a:off x="-18353104" y="-3567159"/>
            <a:ext cx="21026341" cy="12831921"/>
            <a:chOff x="0" y="0"/>
            <a:chExt cx="5537802" cy="337960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537802" cy="3379601"/>
            </a:xfrm>
            <a:custGeom>
              <a:avLst/>
              <a:gdLst/>
              <a:ahLst/>
              <a:cxnLst/>
              <a:rect r="r" b="b" t="t" l="l"/>
              <a:pathLst>
                <a:path h="3379601" w="5537802">
                  <a:moveTo>
                    <a:pt x="0" y="0"/>
                  </a:moveTo>
                  <a:lnTo>
                    <a:pt x="5537802" y="0"/>
                  </a:lnTo>
                  <a:lnTo>
                    <a:pt x="5537802" y="3379601"/>
                  </a:lnTo>
                  <a:lnTo>
                    <a:pt x="0" y="3379601"/>
                  </a:lnTo>
                  <a:close/>
                </a:path>
              </a:pathLst>
            </a:custGeom>
            <a:solidFill>
              <a:srgbClr val="1C573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5537802" cy="33986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773821">
            <a:off x="12660088" y="-2735258"/>
            <a:ext cx="799367" cy="13278963"/>
            <a:chOff x="0" y="0"/>
            <a:chExt cx="210533" cy="34973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0533" cy="3497340"/>
            </a:xfrm>
            <a:custGeom>
              <a:avLst/>
              <a:gdLst/>
              <a:ahLst/>
              <a:cxnLst/>
              <a:rect r="r" b="b" t="t" l="l"/>
              <a:pathLst>
                <a:path h="3497340" w="210533">
                  <a:moveTo>
                    <a:pt x="0" y="0"/>
                  </a:moveTo>
                  <a:lnTo>
                    <a:pt x="210533" y="0"/>
                  </a:lnTo>
                  <a:lnTo>
                    <a:pt x="210533" y="3497340"/>
                  </a:lnTo>
                  <a:lnTo>
                    <a:pt x="0" y="3497340"/>
                  </a:lnTo>
                  <a:close/>
                </a:path>
              </a:pathLst>
            </a:custGeom>
            <a:solidFill>
              <a:srgbClr val="1C5739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210533" cy="35163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773821">
            <a:off x="3741572" y="-4834013"/>
            <a:ext cx="313833" cy="8482349"/>
            <a:chOff x="0" y="0"/>
            <a:chExt cx="82656" cy="223403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2656" cy="2234034"/>
            </a:xfrm>
            <a:custGeom>
              <a:avLst/>
              <a:gdLst/>
              <a:ahLst/>
              <a:cxnLst/>
              <a:rect r="r" b="b" t="t" l="l"/>
              <a:pathLst>
                <a:path h="2234034" w="82656">
                  <a:moveTo>
                    <a:pt x="0" y="0"/>
                  </a:moveTo>
                  <a:lnTo>
                    <a:pt x="82656" y="0"/>
                  </a:lnTo>
                  <a:lnTo>
                    <a:pt x="82656" y="2234034"/>
                  </a:lnTo>
                  <a:lnTo>
                    <a:pt x="0" y="2234034"/>
                  </a:lnTo>
                  <a:close/>
                </a:path>
              </a:pathLst>
            </a:custGeom>
            <a:solidFill>
              <a:srgbClr val="397D5A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82656" cy="22530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841959" y="6036641"/>
            <a:ext cx="2801925" cy="2801925"/>
            <a:chOff x="0" y="0"/>
            <a:chExt cx="6350000" cy="6350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655320" y="655320"/>
              <a:ext cx="5039360" cy="5039360"/>
            </a:xfrm>
            <a:custGeom>
              <a:avLst/>
              <a:gdLst/>
              <a:ahLst/>
              <a:cxnLst/>
              <a:rect r="r" b="b" t="t" l="l"/>
              <a:pathLst>
                <a:path h="5039360" w="5039360">
                  <a:moveTo>
                    <a:pt x="2519680" y="0"/>
                  </a:moveTo>
                  <a:cubicBezTo>
                    <a:pt x="1127760" y="0"/>
                    <a:pt x="0" y="1127760"/>
                    <a:pt x="0" y="2519680"/>
                  </a:cubicBezTo>
                  <a:cubicBezTo>
                    <a:pt x="0" y="3911600"/>
                    <a:pt x="1127760" y="5039360"/>
                    <a:pt x="2519680" y="5039360"/>
                  </a:cubicBezTo>
                  <a:cubicBezTo>
                    <a:pt x="3911600" y="5039360"/>
                    <a:pt x="5039360" y="3911600"/>
                    <a:pt x="5039360" y="2519680"/>
                  </a:cubicBezTo>
                  <a:cubicBezTo>
                    <a:pt x="5039360" y="1127760"/>
                    <a:pt x="3911600" y="0"/>
                    <a:pt x="2519680" y="0"/>
                  </a:cubicBezTo>
                  <a:close/>
                </a:path>
              </a:pathLst>
            </a:custGeom>
            <a:blipFill>
              <a:blip r:embed="rId4"/>
              <a:stretch>
                <a:fillRect l="-36486" t="0" r="-36486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3670" y="0"/>
                    <a:pt x="0" y="1424940"/>
                    <a:pt x="0" y="3175000"/>
                  </a:cubicBezTo>
                  <a:cubicBezTo>
                    <a:pt x="0" y="4925060"/>
                    <a:pt x="1423670" y="6350000"/>
                    <a:pt x="3175000" y="6350000"/>
                  </a:cubicBezTo>
                  <a:cubicBezTo>
                    <a:pt x="4925060" y="6350000"/>
                    <a:pt x="6350000" y="4926330"/>
                    <a:pt x="6350000" y="3175000"/>
                  </a:cubicBezTo>
                  <a:cubicBezTo>
                    <a:pt x="6350000" y="1424940"/>
                    <a:pt x="4926330" y="0"/>
                    <a:pt x="3175000" y="0"/>
                  </a:cubicBezTo>
                  <a:close/>
                  <a:moveTo>
                    <a:pt x="3175000" y="5833110"/>
                  </a:moveTo>
                  <a:cubicBezTo>
                    <a:pt x="1709420" y="5833110"/>
                    <a:pt x="516890" y="4640580"/>
                    <a:pt x="516890" y="3175000"/>
                  </a:cubicBezTo>
                  <a:cubicBezTo>
                    <a:pt x="516890" y="1709420"/>
                    <a:pt x="1709420" y="516890"/>
                    <a:pt x="3175000" y="516890"/>
                  </a:cubicBezTo>
                  <a:cubicBezTo>
                    <a:pt x="4640580" y="516890"/>
                    <a:pt x="5833110" y="1709420"/>
                    <a:pt x="5833110" y="3175000"/>
                  </a:cubicBezTo>
                  <a:cubicBezTo>
                    <a:pt x="5833110" y="4640580"/>
                    <a:pt x="4640580" y="5833110"/>
                    <a:pt x="3175000" y="5833110"/>
                  </a:cubicBezTo>
                  <a:close/>
                </a:path>
              </a:pathLst>
            </a:custGeom>
            <a:solidFill>
              <a:srgbClr val="397D5A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3898489" y="3338242"/>
            <a:ext cx="7315515" cy="533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87"/>
              </a:lnSpc>
            </a:pPr>
            <a:r>
              <a:rPr lang="en-US" sz="4399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The system uses:</a:t>
            </a:r>
          </a:p>
          <a:p>
            <a:pPr algn="l" marL="712464" indent="-356232" lvl="1">
              <a:lnSpc>
                <a:spcPts val="4916"/>
              </a:lnSpc>
              <a:buFont typeface="Arial"/>
              <a:buChar char="•"/>
            </a:pPr>
            <a:r>
              <a:rPr lang="en-US" sz="3299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Language: C#</a:t>
            </a:r>
          </a:p>
          <a:p>
            <a:pPr algn="l" marL="712464" indent="-356232" lvl="1">
              <a:lnSpc>
                <a:spcPts val="4916"/>
              </a:lnSpc>
              <a:buFont typeface="Arial"/>
              <a:buChar char="•"/>
            </a:pPr>
            <a:r>
              <a:rPr lang="en-US" sz="3299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Framework: .NET Framework</a:t>
            </a:r>
          </a:p>
          <a:p>
            <a:pPr algn="l" marL="712464" indent="-356232" lvl="1">
              <a:lnSpc>
                <a:spcPts val="4916"/>
              </a:lnSpc>
              <a:buFont typeface="Arial"/>
              <a:buChar char="•"/>
            </a:pPr>
            <a:r>
              <a:rPr lang="en-US" sz="3299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Database: MS SQL Server</a:t>
            </a:r>
          </a:p>
          <a:p>
            <a:pPr algn="l" marL="712464" indent="-356232" lvl="1">
              <a:lnSpc>
                <a:spcPts val="4916"/>
              </a:lnSpc>
              <a:buFont typeface="Arial"/>
              <a:buChar char="•"/>
            </a:pPr>
            <a:r>
              <a:rPr lang="en-US" sz="3299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Deployment: Designed to be self-contained for easy local deployment in resource-limited environments.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33448" y="374453"/>
            <a:ext cx="17021103" cy="2757278"/>
            <a:chOff x="0" y="0"/>
            <a:chExt cx="4482924" cy="72619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82924" cy="726197"/>
            </a:xfrm>
            <a:custGeom>
              <a:avLst/>
              <a:gdLst/>
              <a:ahLst/>
              <a:cxnLst/>
              <a:rect r="r" b="b" t="t" l="l"/>
              <a:pathLst>
                <a:path h="726197" w="4482924">
                  <a:moveTo>
                    <a:pt x="0" y="0"/>
                  </a:moveTo>
                  <a:lnTo>
                    <a:pt x="4482924" y="0"/>
                  </a:lnTo>
                  <a:lnTo>
                    <a:pt x="4482924" y="726197"/>
                  </a:lnTo>
                  <a:lnTo>
                    <a:pt x="0" y="726197"/>
                  </a:lnTo>
                  <a:close/>
                </a:path>
              </a:pathLst>
            </a:custGeom>
            <a:solidFill>
              <a:srgbClr val="1C573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4482924" cy="7452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633448" y="2225361"/>
            <a:ext cx="1770793" cy="906370"/>
          </a:xfrm>
          <a:custGeom>
            <a:avLst/>
            <a:gdLst/>
            <a:ahLst/>
            <a:cxnLst/>
            <a:rect r="r" b="b" t="t" l="l"/>
            <a:pathLst>
              <a:path h="906370" w="1770793">
                <a:moveTo>
                  <a:pt x="0" y="0"/>
                </a:moveTo>
                <a:lnTo>
                  <a:pt x="1770793" y="0"/>
                </a:lnTo>
                <a:lnTo>
                  <a:pt x="1770793" y="906371"/>
                </a:lnTo>
                <a:lnTo>
                  <a:pt x="0" y="90637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77179" y="339460"/>
            <a:ext cx="16933642" cy="2736681"/>
          </a:xfrm>
          <a:custGeom>
            <a:avLst/>
            <a:gdLst/>
            <a:ahLst/>
            <a:cxnLst/>
            <a:rect r="r" b="b" t="t" l="l"/>
            <a:pathLst>
              <a:path h="2736681" w="16933642">
                <a:moveTo>
                  <a:pt x="0" y="0"/>
                </a:moveTo>
                <a:lnTo>
                  <a:pt x="16933642" y="0"/>
                </a:lnTo>
                <a:lnTo>
                  <a:pt x="16933642" y="2736681"/>
                </a:lnTo>
                <a:lnTo>
                  <a:pt x="0" y="273668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8000"/>
            </a:blip>
            <a:stretch>
              <a:fillRect l="0" t="-134094" r="0" b="-178415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401138" y="928295"/>
            <a:ext cx="15858162" cy="1358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536"/>
              </a:lnSpc>
              <a:spcBef>
                <a:spcPct val="0"/>
              </a:spcBef>
            </a:pPr>
            <a:r>
              <a:rPr lang="en-US" sz="7635" spc="748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FUNCTIONAL REQUIREMENTS 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44000" y="3593767"/>
            <a:ext cx="7731647" cy="5111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5898" indent="-287949" lvl="1">
              <a:lnSpc>
                <a:spcPts val="3681"/>
              </a:lnSpc>
              <a:buFont typeface="Arial"/>
              <a:buChar char="•"/>
            </a:pPr>
            <a:r>
              <a:rPr lang="en-US" sz="2667" spc="261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Student Management: CRUD operations (Create, Read, Update, Delete) for Student and Class records.</a:t>
            </a:r>
          </a:p>
          <a:p>
            <a:pPr algn="l">
              <a:lnSpc>
                <a:spcPts val="3681"/>
              </a:lnSpc>
            </a:pPr>
          </a:p>
          <a:p>
            <a:pPr algn="l" marL="575898" indent="-287949" lvl="1">
              <a:lnSpc>
                <a:spcPts val="3681"/>
              </a:lnSpc>
              <a:buFont typeface="Arial"/>
              <a:buChar char="•"/>
            </a:pPr>
            <a:r>
              <a:rPr lang="en-US" sz="2667" spc="261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Attendance: Allow teachers to rapidly mark daily attendance and save records with integrity (transactions).</a:t>
            </a:r>
          </a:p>
          <a:p>
            <a:pPr algn="l">
              <a:lnSpc>
                <a:spcPts val="3681"/>
              </a:lnSpc>
            </a:pPr>
            <a:r>
              <a:rPr lang="en-US" sz="2667" spc="261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.</a:t>
            </a:r>
          </a:p>
          <a:p>
            <a:pPr algn="l">
              <a:lnSpc>
                <a:spcPts val="3681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3374777"/>
            <a:ext cx="7772942" cy="7434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5898" indent="-287949" lvl="1">
              <a:lnSpc>
                <a:spcPts val="4214"/>
              </a:lnSpc>
              <a:buFont typeface="Arial"/>
              <a:buChar char="•"/>
            </a:pPr>
            <a:r>
              <a:rPr lang="en-US" sz="2667" spc="261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Login &amp; Security: User authentication via secure login with Role-Based Access (Admin/Teacher).</a:t>
            </a:r>
          </a:p>
          <a:p>
            <a:pPr algn="l">
              <a:lnSpc>
                <a:spcPts val="4214"/>
              </a:lnSpc>
            </a:pPr>
          </a:p>
          <a:p>
            <a:pPr algn="l" marL="575898" indent="-287949" lvl="1">
              <a:lnSpc>
                <a:spcPts val="4214"/>
              </a:lnSpc>
              <a:buFont typeface="Arial"/>
              <a:buChar char="•"/>
            </a:pPr>
            <a:r>
              <a:rPr lang="en-US" sz="2667" spc="261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Reporting: Generate standardized Attendance Summary Reports for administrators.</a:t>
            </a:r>
          </a:p>
          <a:p>
            <a:pPr algn="l">
              <a:lnSpc>
                <a:spcPts val="4214"/>
              </a:lnSpc>
            </a:pPr>
          </a:p>
          <a:p>
            <a:pPr algn="l" marL="575898" indent="-287949" lvl="1">
              <a:lnSpc>
                <a:spcPts val="4214"/>
              </a:lnSpc>
              <a:buFont typeface="Arial"/>
              <a:buChar char="•"/>
            </a:pPr>
            <a:r>
              <a:rPr lang="en-US" sz="2667" spc="261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User Management: Allow Admins to manage system users (teachers and other admins).</a:t>
            </a:r>
          </a:p>
          <a:p>
            <a:pPr algn="l">
              <a:lnSpc>
                <a:spcPts val="4214"/>
              </a:lnSpc>
            </a:pPr>
          </a:p>
          <a:p>
            <a:pPr algn="l">
              <a:lnSpc>
                <a:spcPts val="4214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33448" y="374453"/>
            <a:ext cx="17021103" cy="2757278"/>
            <a:chOff x="0" y="0"/>
            <a:chExt cx="4482924" cy="72619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82924" cy="726197"/>
            </a:xfrm>
            <a:custGeom>
              <a:avLst/>
              <a:gdLst/>
              <a:ahLst/>
              <a:cxnLst/>
              <a:rect r="r" b="b" t="t" l="l"/>
              <a:pathLst>
                <a:path h="726197" w="4482924">
                  <a:moveTo>
                    <a:pt x="0" y="0"/>
                  </a:moveTo>
                  <a:lnTo>
                    <a:pt x="4482924" y="0"/>
                  </a:lnTo>
                  <a:lnTo>
                    <a:pt x="4482924" y="726197"/>
                  </a:lnTo>
                  <a:lnTo>
                    <a:pt x="0" y="726197"/>
                  </a:lnTo>
                  <a:close/>
                </a:path>
              </a:pathLst>
            </a:custGeom>
            <a:solidFill>
              <a:srgbClr val="1C573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4482924" cy="7452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633448" y="2225361"/>
            <a:ext cx="1770793" cy="906370"/>
          </a:xfrm>
          <a:custGeom>
            <a:avLst/>
            <a:gdLst/>
            <a:ahLst/>
            <a:cxnLst/>
            <a:rect r="r" b="b" t="t" l="l"/>
            <a:pathLst>
              <a:path h="906370" w="1770793">
                <a:moveTo>
                  <a:pt x="0" y="0"/>
                </a:moveTo>
                <a:lnTo>
                  <a:pt x="1770793" y="0"/>
                </a:lnTo>
                <a:lnTo>
                  <a:pt x="1770793" y="906371"/>
                </a:lnTo>
                <a:lnTo>
                  <a:pt x="0" y="90637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470597" y="1994994"/>
            <a:ext cx="1183955" cy="1136738"/>
          </a:xfrm>
          <a:custGeom>
            <a:avLst/>
            <a:gdLst/>
            <a:ahLst/>
            <a:cxnLst/>
            <a:rect r="r" b="b" t="t" l="l"/>
            <a:pathLst>
              <a:path h="1136738" w="1183955">
                <a:moveTo>
                  <a:pt x="0" y="0"/>
                </a:moveTo>
                <a:lnTo>
                  <a:pt x="1183955" y="0"/>
                </a:lnTo>
                <a:lnTo>
                  <a:pt x="1183955" y="1136738"/>
                </a:lnTo>
                <a:lnTo>
                  <a:pt x="0" y="113673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60804" y="458175"/>
            <a:ext cx="16933642" cy="2736681"/>
          </a:xfrm>
          <a:custGeom>
            <a:avLst/>
            <a:gdLst/>
            <a:ahLst/>
            <a:cxnLst/>
            <a:rect r="r" b="b" t="t" l="l"/>
            <a:pathLst>
              <a:path h="2736681" w="16933642">
                <a:moveTo>
                  <a:pt x="0" y="0"/>
                </a:moveTo>
                <a:lnTo>
                  <a:pt x="16933643" y="0"/>
                </a:lnTo>
                <a:lnTo>
                  <a:pt x="16933643" y="2736680"/>
                </a:lnTo>
                <a:lnTo>
                  <a:pt x="0" y="273668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18000"/>
            </a:blip>
            <a:stretch>
              <a:fillRect l="0" t="-134094" r="0" b="-178415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0" y="838200"/>
            <a:ext cx="18465016" cy="1224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432"/>
              </a:lnSpc>
              <a:spcBef>
                <a:spcPct val="0"/>
              </a:spcBef>
            </a:pPr>
            <a:r>
              <a:rPr lang="en-US" sz="6835" spc="669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NON FUNCTIONAL REQUIREMNTS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12353" y="3318680"/>
            <a:ext cx="7731647" cy="6511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5898" indent="-287949" lvl="1">
              <a:lnSpc>
                <a:spcPts val="3681"/>
              </a:lnSpc>
              <a:buFont typeface="Arial"/>
              <a:buChar char="•"/>
            </a:pPr>
            <a:r>
              <a:rPr lang="en-US" sz="2667" spc="261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Usability: Highly user-friendly interface with minimal training required.</a:t>
            </a:r>
          </a:p>
          <a:p>
            <a:pPr algn="l">
              <a:lnSpc>
                <a:spcPts val="3681"/>
              </a:lnSpc>
            </a:pPr>
          </a:p>
          <a:p>
            <a:pPr algn="l" marL="575898" indent="-287949" lvl="1">
              <a:lnSpc>
                <a:spcPts val="3681"/>
              </a:lnSpc>
              <a:buFont typeface="Arial"/>
              <a:buChar char="•"/>
            </a:pPr>
            <a:r>
              <a:rPr lang="en-US" sz="2667" spc="261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Performance: Fast response time for attendance marking (e.g., loading students).</a:t>
            </a:r>
          </a:p>
          <a:p>
            <a:pPr algn="l">
              <a:lnSpc>
                <a:spcPts val="3681"/>
              </a:lnSpc>
            </a:pPr>
          </a:p>
          <a:p>
            <a:pPr algn="l" marL="575898" indent="-287949" lvl="1">
              <a:lnSpc>
                <a:spcPts val="3681"/>
              </a:lnSpc>
              <a:buFont typeface="Arial"/>
              <a:buChar char="•"/>
            </a:pPr>
            <a:r>
              <a:rPr lang="en-US" sz="2667" spc="261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Security: Data protection (e.g., password hashing) and restricted access based on user role.</a:t>
            </a:r>
          </a:p>
          <a:p>
            <a:pPr algn="l">
              <a:lnSpc>
                <a:spcPts val="3681"/>
              </a:lnSpc>
            </a:pPr>
          </a:p>
          <a:p>
            <a:pPr algn="l">
              <a:lnSpc>
                <a:spcPts val="3681"/>
              </a:lnSpc>
            </a:pPr>
          </a:p>
          <a:p>
            <a:pPr algn="l">
              <a:lnSpc>
                <a:spcPts val="3681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8927625" y="3600630"/>
            <a:ext cx="7772942" cy="4177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5898" indent="-287949" lvl="1">
              <a:lnSpc>
                <a:spcPts val="3681"/>
              </a:lnSpc>
              <a:buFont typeface="Arial"/>
              <a:buChar char="•"/>
            </a:pPr>
            <a:r>
              <a:rPr lang="en-US" sz="2667" spc="261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Maintainability: Code must be easily updated and maintained for future features.</a:t>
            </a:r>
          </a:p>
          <a:p>
            <a:pPr algn="l">
              <a:lnSpc>
                <a:spcPts val="3681"/>
              </a:lnSpc>
            </a:pPr>
          </a:p>
          <a:p>
            <a:pPr algn="l" marL="575898" indent="-287949" lvl="1">
              <a:lnSpc>
                <a:spcPts val="3681"/>
              </a:lnSpc>
              <a:buFont typeface="Arial"/>
              <a:buChar char="•"/>
            </a:pPr>
            <a:r>
              <a:rPr lang="en-US" sz="2667" spc="261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Reliability: The system must ensure high data accuracy and integrity (e.g., through database transactions).</a:t>
            </a:r>
          </a:p>
          <a:p>
            <a:pPr algn="l">
              <a:lnSpc>
                <a:spcPts val="3681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1900" y="9404862"/>
            <a:ext cx="4687320" cy="4687320"/>
          </a:xfrm>
          <a:custGeom>
            <a:avLst/>
            <a:gdLst/>
            <a:ahLst/>
            <a:cxnLst/>
            <a:rect r="r" b="b" t="t" l="l"/>
            <a:pathLst>
              <a:path h="4687320" w="4687320">
                <a:moveTo>
                  <a:pt x="0" y="0"/>
                </a:moveTo>
                <a:lnTo>
                  <a:pt x="4687319" y="0"/>
                </a:lnTo>
                <a:lnTo>
                  <a:pt x="4687319" y="4687320"/>
                </a:lnTo>
                <a:lnTo>
                  <a:pt x="0" y="46873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776043" y="-2524707"/>
            <a:ext cx="3964049" cy="3964049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C5739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1752828" y="-6405764"/>
            <a:ext cx="9348363" cy="9348363"/>
          </a:xfrm>
          <a:custGeom>
            <a:avLst/>
            <a:gdLst/>
            <a:ahLst/>
            <a:cxnLst/>
            <a:rect r="r" b="b" t="t" l="l"/>
            <a:pathLst>
              <a:path h="9348363" w="9348363">
                <a:moveTo>
                  <a:pt x="0" y="0"/>
                </a:moveTo>
                <a:lnTo>
                  <a:pt x="9348362" y="0"/>
                </a:lnTo>
                <a:lnTo>
                  <a:pt x="9348362" y="9348362"/>
                </a:lnTo>
                <a:lnTo>
                  <a:pt x="0" y="93483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-904968" y="8918951"/>
            <a:ext cx="2649263" cy="2649263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C5739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028700" y="2183760"/>
            <a:ext cx="5455741" cy="2959740"/>
          </a:xfrm>
          <a:custGeom>
            <a:avLst/>
            <a:gdLst/>
            <a:ahLst/>
            <a:cxnLst/>
            <a:rect r="r" b="b" t="t" l="l"/>
            <a:pathLst>
              <a:path h="2959740" w="5455741">
                <a:moveTo>
                  <a:pt x="0" y="0"/>
                </a:moveTo>
                <a:lnTo>
                  <a:pt x="5455741" y="0"/>
                </a:lnTo>
                <a:lnTo>
                  <a:pt x="5455741" y="2959740"/>
                </a:lnTo>
                <a:lnTo>
                  <a:pt x="0" y="29597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  <a:ln w="28575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6965680" y="2183760"/>
            <a:ext cx="5126821" cy="2883837"/>
          </a:xfrm>
          <a:custGeom>
            <a:avLst/>
            <a:gdLst/>
            <a:ahLst/>
            <a:cxnLst/>
            <a:rect r="r" b="b" t="t" l="l"/>
            <a:pathLst>
              <a:path h="2883837" w="5126821">
                <a:moveTo>
                  <a:pt x="0" y="0"/>
                </a:moveTo>
                <a:lnTo>
                  <a:pt x="5126821" y="0"/>
                </a:lnTo>
                <a:lnTo>
                  <a:pt x="5126821" y="2883837"/>
                </a:lnTo>
                <a:lnTo>
                  <a:pt x="0" y="28838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12578276" y="2183760"/>
            <a:ext cx="5126821" cy="2883837"/>
          </a:xfrm>
          <a:custGeom>
            <a:avLst/>
            <a:gdLst/>
            <a:ahLst/>
            <a:cxnLst/>
            <a:rect r="r" b="b" t="t" l="l"/>
            <a:pathLst>
              <a:path h="2883837" w="5126821">
                <a:moveTo>
                  <a:pt x="0" y="0"/>
                </a:moveTo>
                <a:lnTo>
                  <a:pt x="5126821" y="0"/>
                </a:lnTo>
                <a:lnTo>
                  <a:pt x="5126821" y="2883837"/>
                </a:lnTo>
                <a:lnTo>
                  <a:pt x="0" y="288383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  <a:ln w="28575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1028700" y="5870555"/>
            <a:ext cx="5455741" cy="3048395"/>
          </a:xfrm>
          <a:custGeom>
            <a:avLst/>
            <a:gdLst/>
            <a:ahLst/>
            <a:cxnLst/>
            <a:rect r="r" b="b" t="t" l="l"/>
            <a:pathLst>
              <a:path h="3048395" w="5455741">
                <a:moveTo>
                  <a:pt x="0" y="0"/>
                </a:moveTo>
                <a:lnTo>
                  <a:pt x="5455741" y="0"/>
                </a:lnTo>
                <a:lnTo>
                  <a:pt x="5455741" y="3048396"/>
                </a:lnTo>
                <a:lnTo>
                  <a:pt x="0" y="304839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6743819" y="5870555"/>
            <a:ext cx="5570543" cy="3048395"/>
          </a:xfrm>
          <a:custGeom>
            <a:avLst/>
            <a:gdLst/>
            <a:ahLst/>
            <a:cxnLst/>
            <a:rect r="r" b="b" t="t" l="l"/>
            <a:pathLst>
              <a:path h="3048395" w="5570543">
                <a:moveTo>
                  <a:pt x="0" y="0"/>
                </a:moveTo>
                <a:lnTo>
                  <a:pt x="5570543" y="0"/>
                </a:lnTo>
                <a:lnTo>
                  <a:pt x="5570543" y="3048396"/>
                </a:lnTo>
                <a:lnTo>
                  <a:pt x="0" y="304839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-2789"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12571537" y="6071374"/>
            <a:ext cx="4830374" cy="2717085"/>
          </a:xfrm>
          <a:custGeom>
            <a:avLst/>
            <a:gdLst/>
            <a:ahLst/>
            <a:cxnLst/>
            <a:rect r="r" b="b" t="t" l="l"/>
            <a:pathLst>
              <a:path h="2717085" w="4830374">
                <a:moveTo>
                  <a:pt x="0" y="0"/>
                </a:moveTo>
                <a:lnTo>
                  <a:pt x="4830374" y="0"/>
                </a:lnTo>
                <a:lnTo>
                  <a:pt x="4830374" y="2717085"/>
                </a:lnTo>
                <a:lnTo>
                  <a:pt x="0" y="271708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  <a:ln w="28575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17" id="17"/>
          <p:cNvSpPr txBox="true"/>
          <p:nvPr/>
        </p:nvSpPr>
        <p:spPr>
          <a:xfrm rot="0">
            <a:off x="1219924" y="1015002"/>
            <a:ext cx="9556120" cy="943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53"/>
              </a:lnSpc>
              <a:spcBef>
                <a:spcPct val="0"/>
              </a:spcBef>
            </a:pPr>
            <a:r>
              <a:rPr lang="en-US" b="true" sz="6821" spc="238" u="sng">
                <a:solidFill>
                  <a:srgbClr val="04050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USER INTERFACE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884314" y="1737092"/>
            <a:ext cx="11454943" cy="1594049"/>
            <a:chOff x="0" y="0"/>
            <a:chExt cx="10399675" cy="1447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399616" cy="1447165"/>
            </a:xfrm>
            <a:custGeom>
              <a:avLst/>
              <a:gdLst/>
              <a:ahLst/>
              <a:cxnLst/>
              <a:rect r="r" b="b" t="t" l="l"/>
              <a:pathLst>
                <a:path h="1447165" w="10399616">
                  <a:moveTo>
                    <a:pt x="855161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447165"/>
                    <a:pt x="0" y="1447165"/>
                    <a:pt x="0" y="1447165"/>
                  </a:cubicBezTo>
                  <a:cubicBezTo>
                    <a:pt x="8551611" y="1447165"/>
                    <a:pt x="8551611" y="1447165"/>
                    <a:pt x="8551611" y="1447165"/>
                  </a:cubicBezTo>
                  <a:cubicBezTo>
                    <a:pt x="9569490" y="1447165"/>
                    <a:pt x="10399616" y="1122172"/>
                    <a:pt x="10399616" y="723519"/>
                  </a:cubicBezTo>
                  <a:cubicBezTo>
                    <a:pt x="10399616" y="324866"/>
                    <a:pt x="9569489" y="0"/>
                    <a:pt x="8551611" y="0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883040" y="4156078"/>
            <a:ext cx="12592092" cy="1596428"/>
            <a:chOff x="0" y="0"/>
            <a:chExt cx="11432066" cy="14493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431879" cy="1449324"/>
            </a:xfrm>
            <a:custGeom>
              <a:avLst/>
              <a:gdLst/>
              <a:ahLst/>
              <a:cxnLst/>
              <a:rect r="r" b="b" t="t" l="l"/>
              <a:pathLst>
                <a:path h="1449324" w="11431879">
                  <a:moveTo>
                    <a:pt x="940043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449324"/>
                    <a:pt x="0" y="1449324"/>
                    <a:pt x="0" y="1449324"/>
                  </a:cubicBezTo>
                  <a:cubicBezTo>
                    <a:pt x="9400431" y="1449324"/>
                    <a:pt x="9400431" y="1449324"/>
                    <a:pt x="9400431" y="1449324"/>
                  </a:cubicBezTo>
                  <a:cubicBezTo>
                    <a:pt x="10519437" y="1449324"/>
                    <a:pt x="11431879" y="1123823"/>
                    <a:pt x="11431879" y="724662"/>
                  </a:cubicBezTo>
                  <a:cubicBezTo>
                    <a:pt x="11431879" y="325501"/>
                    <a:pt x="10519436" y="0"/>
                    <a:pt x="9400431" y="0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849921" y="8422091"/>
            <a:ext cx="14450958" cy="1594049"/>
            <a:chOff x="0" y="0"/>
            <a:chExt cx="13119687" cy="1447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119475" cy="1447165"/>
            </a:xfrm>
            <a:custGeom>
              <a:avLst/>
              <a:gdLst/>
              <a:ahLst/>
              <a:cxnLst/>
              <a:rect r="r" b="b" t="t" l="l"/>
              <a:pathLst>
                <a:path h="1447165" w="13119475">
                  <a:moveTo>
                    <a:pt x="10788132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447165"/>
                    <a:pt x="0" y="1447165"/>
                    <a:pt x="0" y="1447165"/>
                  </a:cubicBezTo>
                  <a:cubicBezTo>
                    <a:pt x="10788132" y="1447165"/>
                    <a:pt x="10788132" y="1447165"/>
                    <a:pt x="10788132" y="1447165"/>
                  </a:cubicBezTo>
                  <a:cubicBezTo>
                    <a:pt x="12072600" y="1447165"/>
                    <a:pt x="13119475" y="1122172"/>
                    <a:pt x="13119475" y="723519"/>
                  </a:cubicBezTo>
                  <a:cubicBezTo>
                    <a:pt x="13119475" y="324866"/>
                    <a:pt x="12072600" y="0"/>
                    <a:pt x="10788132" y="0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2754792" y="5386360"/>
            <a:ext cx="914928" cy="1433647"/>
          </a:xfrm>
          <a:custGeom>
            <a:avLst/>
            <a:gdLst/>
            <a:ahLst/>
            <a:cxnLst/>
            <a:rect r="r" b="b" t="t" l="l"/>
            <a:pathLst>
              <a:path h="1433647" w="914928">
                <a:moveTo>
                  <a:pt x="0" y="0"/>
                </a:moveTo>
                <a:lnTo>
                  <a:pt x="914927" y="0"/>
                </a:lnTo>
                <a:lnTo>
                  <a:pt x="914927" y="1433647"/>
                </a:lnTo>
                <a:lnTo>
                  <a:pt x="0" y="14336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028700" y="8320792"/>
            <a:ext cx="1552267" cy="1553899"/>
            <a:chOff x="0" y="0"/>
            <a:chExt cx="2069689" cy="2071865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2069689" cy="2071865"/>
              <a:chOff x="0" y="0"/>
              <a:chExt cx="2054880" cy="205704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2054860" cy="2057146"/>
              </a:xfrm>
              <a:custGeom>
                <a:avLst/>
                <a:gdLst/>
                <a:ahLst/>
                <a:cxnLst/>
                <a:rect r="r" b="b" t="t" l="l"/>
                <a:pathLst>
                  <a:path h="2057146" w="2054860">
                    <a:moveTo>
                      <a:pt x="0" y="1028573"/>
                    </a:moveTo>
                    <a:cubicBezTo>
                      <a:pt x="0" y="460502"/>
                      <a:pt x="459994" y="0"/>
                      <a:pt x="1027430" y="0"/>
                    </a:cubicBezTo>
                    <a:cubicBezTo>
                      <a:pt x="1594866" y="0"/>
                      <a:pt x="2054860" y="460502"/>
                      <a:pt x="2054860" y="1028573"/>
                    </a:cubicBezTo>
                    <a:cubicBezTo>
                      <a:pt x="2054860" y="1596644"/>
                      <a:pt x="1594866" y="2057146"/>
                      <a:pt x="1027430" y="2057146"/>
                    </a:cubicBezTo>
                    <a:cubicBezTo>
                      <a:pt x="459994" y="2057146"/>
                      <a:pt x="0" y="1596517"/>
                      <a:pt x="0" y="1028573"/>
                    </a:cubicBezTo>
                    <a:close/>
                  </a:path>
                </a:pathLst>
              </a:custGeom>
              <a:solidFill>
                <a:srgbClr val="1C5739"/>
              </a:solidFill>
            </p:spPr>
          </p:sp>
        </p:grpSp>
        <p:sp>
          <p:nvSpPr>
            <p:cNvPr name="Freeform 12" id="12"/>
            <p:cNvSpPr/>
            <p:nvPr/>
          </p:nvSpPr>
          <p:spPr>
            <a:xfrm flipH="false" flipV="false" rot="0">
              <a:off x="434892" y="396761"/>
              <a:ext cx="1199906" cy="1278342"/>
            </a:xfrm>
            <a:custGeom>
              <a:avLst/>
              <a:gdLst/>
              <a:ahLst/>
              <a:cxnLst/>
              <a:rect r="r" b="b" t="t" l="l"/>
              <a:pathLst>
                <a:path h="1278342" w="1199906">
                  <a:moveTo>
                    <a:pt x="0" y="0"/>
                  </a:moveTo>
                  <a:lnTo>
                    <a:pt x="1199906" y="0"/>
                  </a:lnTo>
                  <a:lnTo>
                    <a:pt x="1199906" y="1278343"/>
                  </a:lnTo>
                  <a:lnTo>
                    <a:pt x="0" y="12783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5958885" y="1693715"/>
            <a:ext cx="5788775" cy="1178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9"/>
              </a:lnSpc>
            </a:pPr>
            <a:r>
              <a:rPr lang="en-US" sz="3441" spc="337" b="true">
                <a:solidFill>
                  <a:srgbClr val="231F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Expanded Reporting</a:t>
            </a:r>
          </a:p>
          <a:p>
            <a:pPr algn="l" marL="0" indent="0" lvl="1">
              <a:lnSpc>
                <a:spcPts val="4749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4445853" y="242837"/>
            <a:ext cx="10750530" cy="964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16"/>
              </a:lnSpc>
            </a:pPr>
            <a:r>
              <a:rPr lang="en-US" b="true" sz="6884" spc="240" u="sng">
                <a:solidFill>
                  <a:srgbClr val="040506"/>
                </a:solidFill>
                <a:latin typeface="Poppins Bold"/>
                <a:ea typeface="Poppins Bold"/>
                <a:cs typeface="Poppins Bold"/>
                <a:sym typeface="Poppins Bold"/>
              </a:rPr>
              <a:t>Future Improvements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024528" y="8876149"/>
            <a:ext cx="13436599" cy="1349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9"/>
              </a:lnSpc>
            </a:pPr>
            <a:r>
              <a:rPr lang="en-US" sz="2644" spc="259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Explore scalable, low-cost cloud deployment options to enhance accessibility and centralized governance.</a:t>
            </a:r>
          </a:p>
          <a:p>
            <a:pPr algn="l">
              <a:lnSpc>
                <a:spcPts val="3649"/>
              </a:lnSpc>
            </a:pPr>
          </a:p>
        </p:txBody>
      </p:sp>
      <p:grpSp>
        <p:nvGrpSpPr>
          <p:cNvPr name="Group 16" id="16"/>
          <p:cNvGrpSpPr/>
          <p:nvPr/>
        </p:nvGrpSpPr>
        <p:grpSpPr>
          <a:xfrm rot="0">
            <a:off x="1659988" y="5977405"/>
            <a:ext cx="1552267" cy="1553899"/>
            <a:chOff x="0" y="0"/>
            <a:chExt cx="2069689" cy="2071865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2069689" cy="2071865"/>
              <a:chOff x="0" y="0"/>
              <a:chExt cx="2054880" cy="205704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2054860" cy="2057146"/>
              </a:xfrm>
              <a:custGeom>
                <a:avLst/>
                <a:gdLst/>
                <a:ahLst/>
                <a:cxnLst/>
                <a:rect r="r" b="b" t="t" l="l"/>
                <a:pathLst>
                  <a:path h="2057146" w="2054860">
                    <a:moveTo>
                      <a:pt x="0" y="1028573"/>
                    </a:moveTo>
                    <a:cubicBezTo>
                      <a:pt x="0" y="460502"/>
                      <a:pt x="459994" y="0"/>
                      <a:pt x="1027430" y="0"/>
                    </a:cubicBezTo>
                    <a:cubicBezTo>
                      <a:pt x="1594866" y="0"/>
                      <a:pt x="2054860" y="460502"/>
                      <a:pt x="2054860" y="1028573"/>
                    </a:cubicBezTo>
                    <a:cubicBezTo>
                      <a:pt x="2054860" y="1596644"/>
                      <a:pt x="1594866" y="2057146"/>
                      <a:pt x="1027430" y="2057146"/>
                    </a:cubicBezTo>
                    <a:cubicBezTo>
                      <a:pt x="459994" y="2057146"/>
                      <a:pt x="0" y="1596517"/>
                      <a:pt x="0" y="1028573"/>
                    </a:cubicBezTo>
                    <a:close/>
                  </a:path>
                </a:pathLst>
              </a:custGeom>
              <a:solidFill>
                <a:srgbClr val="1C5739"/>
              </a:solidFill>
            </p:spPr>
          </p:sp>
        </p:grpSp>
        <p:sp>
          <p:nvSpPr>
            <p:cNvPr name="Freeform 19" id="19"/>
            <p:cNvSpPr/>
            <p:nvPr/>
          </p:nvSpPr>
          <p:spPr>
            <a:xfrm flipH="false" flipV="false" rot="0">
              <a:off x="434892" y="396761"/>
              <a:ext cx="1199906" cy="1278342"/>
            </a:xfrm>
            <a:custGeom>
              <a:avLst/>
              <a:gdLst/>
              <a:ahLst/>
              <a:cxnLst/>
              <a:rect r="r" b="b" t="t" l="l"/>
              <a:pathLst>
                <a:path h="1278342" w="1199906">
                  <a:moveTo>
                    <a:pt x="0" y="0"/>
                  </a:moveTo>
                  <a:lnTo>
                    <a:pt x="1199906" y="0"/>
                  </a:lnTo>
                  <a:lnTo>
                    <a:pt x="1199906" y="1278343"/>
                  </a:lnTo>
                  <a:lnTo>
                    <a:pt x="0" y="12783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2500341" y="3693219"/>
            <a:ext cx="1552267" cy="1553899"/>
            <a:chOff x="0" y="0"/>
            <a:chExt cx="2069689" cy="2071865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2069689" cy="2071865"/>
              <a:chOff x="0" y="0"/>
              <a:chExt cx="2054880" cy="205704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2054860" cy="2057146"/>
              </a:xfrm>
              <a:custGeom>
                <a:avLst/>
                <a:gdLst/>
                <a:ahLst/>
                <a:cxnLst/>
                <a:rect r="r" b="b" t="t" l="l"/>
                <a:pathLst>
                  <a:path h="2057146" w="2054860">
                    <a:moveTo>
                      <a:pt x="0" y="1028573"/>
                    </a:moveTo>
                    <a:cubicBezTo>
                      <a:pt x="0" y="460502"/>
                      <a:pt x="459994" y="0"/>
                      <a:pt x="1027430" y="0"/>
                    </a:cubicBezTo>
                    <a:cubicBezTo>
                      <a:pt x="1594866" y="0"/>
                      <a:pt x="2054860" y="460502"/>
                      <a:pt x="2054860" y="1028573"/>
                    </a:cubicBezTo>
                    <a:cubicBezTo>
                      <a:pt x="2054860" y="1596644"/>
                      <a:pt x="1594866" y="2057146"/>
                      <a:pt x="1027430" y="2057146"/>
                    </a:cubicBezTo>
                    <a:cubicBezTo>
                      <a:pt x="459994" y="2057146"/>
                      <a:pt x="0" y="1596517"/>
                      <a:pt x="0" y="1028573"/>
                    </a:cubicBezTo>
                    <a:close/>
                  </a:path>
                </a:pathLst>
              </a:custGeom>
              <a:solidFill>
                <a:srgbClr val="1C5739"/>
              </a:solidFill>
            </p:spPr>
          </p:sp>
        </p:grpSp>
        <p:sp>
          <p:nvSpPr>
            <p:cNvPr name="Freeform 23" id="23"/>
            <p:cNvSpPr/>
            <p:nvPr/>
          </p:nvSpPr>
          <p:spPr>
            <a:xfrm flipH="false" flipV="false" rot="0">
              <a:off x="434892" y="396761"/>
              <a:ext cx="1199906" cy="1278342"/>
            </a:xfrm>
            <a:custGeom>
              <a:avLst/>
              <a:gdLst/>
              <a:ahLst/>
              <a:cxnLst/>
              <a:rect r="r" b="b" t="t" l="l"/>
              <a:pathLst>
                <a:path h="1278342" w="1199906">
                  <a:moveTo>
                    <a:pt x="0" y="0"/>
                  </a:moveTo>
                  <a:lnTo>
                    <a:pt x="1199906" y="0"/>
                  </a:lnTo>
                  <a:lnTo>
                    <a:pt x="1199906" y="1278343"/>
                  </a:lnTo>
                  <a:lnTo>
                    <a:pt x="0" y="12783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3212255" y="1636133"/>
            <a:ext cx="1552267" cy="1553899"/>
            <a:chOff x="0" y="0"/>
            <a:chExt cx="2069689" cy="2071865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2069689" cy="2071865"/>
              <a:chOff x="0" y="0"/>
              <a:chExt cx="2054880" cy="205704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2054860" cy="2057146"/>
              </a:xfrm>
              <a:custGeom>
                <a:avLst/>
                <a:gdLst/>
                <a:ahLst/>
                <a:cxnLst/>
                <a:rect r="r" b="b" t="t" l="l"/>
                <a:pathLst>
                  <a:path h="2057146" w="2054860">
                    <a:moveTo>
                      <a:pt x="0" y="1028573"/>
                    </a:moveTo>
                    <a:cubicBezTo>
                      <a:pt x="0" y="460502"/>
                      <a:pt x="459994" y="0"/>
                      <a:pt x="1027430" y="0"/>
                    </a:cubicBezTo>
                    <a:cubicBezTo>
                      <a:pt x="1594866" y="0"/>
                      <a:pt x="2054860" y="460502"/>
                      <a:pt x="2054860" y="1028573"/>
                    </a:cubicBezTo>
                    <a:cubicBezTo>
                      <a:pt x="2054860" y="1596644"/>
                      <a:pt x="1594866" y="2057146"/>
                      <a:pt x="1027430" y="2057146"/>
                    </a:cubicBezTo>
                    <a:cubicBezTo>
                      <a:pt x="459994" y="2057146"/>
                      <a:pt x="0" y="1596517"/>
                      <a:pt x="0" y="1028573"/>
                    </a:cubicBezTo>
                    <a:close/>
                  </a:path>
                </a:pathLst>
              </a:custGeom>
              <a:solidFill>
                <a:srgbClr val="1C5739"/>
              </a:solidFill>
            </p:spPr>
          </p:sp>
        </p:grpSp>
        <p:sp>
          <p:nvSpPr>
            <p:cNvPr name="Freeform 27" id="27"/>
            <p:cNvSpPr/>
            <p:nvPr/>
          </p:nvSpPr>
          <p:spPr>
            <a:xfrm flipH="false" flipV="false" rot="0">
              <a:off x="434892" y="396761"/>
              <a:ext cx="1199906" cy="1278342"/>
            </a:xfrm>
            <a:custGeom>
              <a:avLst/>
              <a:gdLst/>
              <a:ahLst/>
              <a:cxnLst/>
              <a:rect r="r" b="b" t="t" l="l"/>
              <a:pathLst>
                <a:path h="1278342" w="1199906">
                  <a:moveTo>
                    <a:pt x="0" y="0"/>
                  </a:moveTo>
                  <a:lnTo>
                    <a:pt x="1199906" y="0"/>
                  </a:lnTo>
                  <a:lnTo>
                    <a:pt x="1199906" y="1278343"/>
                  </a:lnTo>
                  <a:lnTo>
                    <a:pt x="0" y="12783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3800662" y="6198722"/>
            <a:ext cx="13957028" cy="1594049"/>
            <a:chOff x="0" y="0"/>
            <a:chExt cx="12671260" cy="14472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2671055" cy="1447165"/>
            </a:xfrm>
            <a:custGeom>
              <a:avLst/>
              <a:gdLst/>
              <a:ahLst/>
              <a:cxnLst/>
              <a:rect r="r" b="b" t="t" l="l"/>
              <a:pathLst>
                <a:path h="1447165" w="12671055">
                  <a:moveTo>
                    <a:pt x="10419397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447165"/>
                    <a:pt x="0" y="1447165"/>
                    <a:pt x="0" y="1447165"/>
                  </a:cubicBezTo>
                  <a:cubicBezTo>
                    <a:pt x="10419397" y="1447165"/>
                    <a:pt x="10419397" y="1447165"/>
                    <a:pt x="10419397" y="1447165"/>
                  </a:cubicBezTo>
                  <a:cubicBezTo>
                    <a:pt x="11659961" y="1447165"/>
                    <a:pt x="12671055" y="1122172"/>
                    <a:pt x="12671055" y="723519"/>
                  </a:cubicBezTo>
                  <a:cubicBezTo>
                    <a:pt x="12671055" y="324866"/>
                    <a:pt x="11659961" y="0"/>
                    <a:pt x="10419397" y="0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4445853" y="6598017"/>
            <a:ext cx="12223674" cy="1349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9"/>
              </a:lnSpc>
            </a:pPr>
            <a:r>
              <a:rPr lang="en-US" sz="2644" spc="259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Develop a mobile-friendly interface for even easier attendance marking by teachers in the classroom.</a:t>
            </a:r>
          </a:p>
          <a:p>
            <a:pPr algn="l">
              <a:lnSpc>
                <a:spcPts val="3649"/>
              </a:lnSpc>
            </a:pPr>
          </a:p>
        </p:txBody>
      </p:sp>
      <p:sp>
        <p:nvSpPr>
          <p:cNvPr name="TextBox 31" id="31"/>
          <p:cNvSpPr txBox="true"/>
          <p:nvPr/>
        </p:nvSpPr>
        <p:spPr>
          <a:xfrm rot="0">
            <a:off x="5604875" y="4324842"/>
            <a:ext cx="11389789" cy="1806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9"/>
              </a:lnSpc>
            </a:pPr>
            <a:r>
              <a:rPr lang="en-US" sz="2644" spc="259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Integrate features for sending automated notifications/alerts to parents regarding student absenteeism.</a:t>
            </a:r>
          </a:p>
          <a:p>
            <a:pPr algn="l">
              <a:lnSpc>
                <a:spcPts val="3649"/>
              </a:lnSpc>
            </a:pPr>
          </a:p>
        </p:txBody>
      </p:sp>
      <p:sp>
        <p:nvSpPr>
          <p:cNvPr name="TextBox 32" id="32"/>
          <p:cNvSpPr txBox="true"/>
          <p:nvPr/>
        </p:nvSpPr>
        <p:spPr>
          <a:xfrm rot="0">
            <a:off x="6228907" y="2374982"/>
            <a:ext cx="10765757" cy="1349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0"/>
              </a:lnSpc>
            </a:pPr>
            <a:r>
              <a:rPr lang="en-US" sz="2623" spc="257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Introduce more complex reports like attendance rate history and trend analysis.</a:t>
            </a:r>
          </a:p>
          <a:p>
            <a:pPr algn="l">
              <a:lnSpc>
                <a:spcPts val="3620"/>
              </a:lnSpc>
            </a:pPr>
          </a:p>
        </p:txBody>
      </p:sp>
      <p:sp>
        <p:nvSpPr>
          <p:cNvPr name="TextBox 33" id="33"/>
          <p:cNvSpPr txBox="true"/>
          <p:nvPr/>
        </p:nvSpPr>
        <p:spPr>
          <a:xfrm rot="0">
            <a:off x="4883040" y="3819397"/>
            <a:ext cx="7128046" cy="1178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9"/>
              </a:lnSpc>
            </a:pPr>
            <a:r>
              <a:rPr lang="en-US" sz="3441" spc="337" b="true">
                <a:solidFill>
                  <a:srgbClr val="231F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Communication Module</a:t>
            </a:r>
          </a:p>
          <a:p>
            <a:pPr algn="l" marL="0" indent="0" lvl="1">
              <a:lnSpc>
                <a:spcPts val="4749"/>
              </a:lnSpc>
              <a:spcBef>
                <a:spcPct val="0"/>
              </a:spcBef>
            </a:pPr>
          </a:p>
        </p:txBody>
      </p:sp>
      <p:sp>
        <p:nvSpPr>
          <p:cNvPr name="TextBox 34" id="34"/>
          <p:cNvSpPr txBox="true"/>
          <p:nvPr/>
        </p:nvSpPr>
        <p:spPr>
          <a:xfrm rot="0">
            <a:off x="4133234" y="6018228"/>
            <a:ext cx="4575850" cy="1178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9"/>
              </a:lnSpc>
            </a:pPr>
            <a:r>
              <a:rPr lang="en-US" sz="3441" spc="337" b="true">
                <a:solidFill>
                  <a:srgbClr val="231F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Mobile Access</a:t>
            </a:r>
          </a:p>
          <a:p>
            <a:pPr algn="l" marL="0" indent="0" lvl="1">
              <a:lnSpc>
                <a:spcPts val="4749"/>
              </a:lnSpc>
              <a:spcBef>
                <a:spcPct val="0"/>
              </a:spcBef>
            </a:pPr>
          </a:p>
        </p:txBody>
      </p:sp>
      <p:sp>
        <p:nvSpPr>
          <p:cNvPr name="TextBox 35" id="35"/>
          <p:cNvSpPr txBox="true"/>
          <p:nvPr/>
        </p:nvSpPr>
        <p:spPr>
          <a:xfrm rot="0">
            <a:off x="3024528" y="8204441"/>
            <a:ext cx="6209939" cy="1178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9"/>
              </a:lnSpc>
            </a:pPr>
            <a:r>
              <a:rPr lang="en-US" sz="3441" spc="337" b="true">
                <a:solidFill>
                  <a:srgbClr val="231F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Cloud Deployment</a:t>
            </a:r>
          </a:p>
          <a:p>
            <a:pPr algn="l" marL="0" indent="0" lvl="1">
              <a:lnSpc>
                <a:spcPts val="4749"/>
              </a:lnSpc>
              <a:spcBef>
                <a:spcPct val="0"/>
              </a:spcBef>
            </a:pPr>
          </a:p>
        </p:txBody>
      </p:sp>
      <p:grpSp>
        <p:nvGrpSpPr>
          <p:cNvPr name="Group 36" id="36"/>
          <p:cNvGrpSpPr/>
          <p:nvPr/>
        </p:nvGrpSpPr>
        <p:grpSpPr>
          <a:xfrm rot="826432">
            <a:off x="-19170183" y="-2680723"/>
            <a:ext cx="21100303" cy="11741736"/>
            <a:chOff x="0" y="0"/>
            <a:chExt cx="5557282" cy="309247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557282" cy="3092474"/>
            </a:xfrm>
            <a:custGeom>
              <a:avLst/>
              <a:gdLst/>
              <a:ahLst/>
              <a:cxnLst/>
              <a:rect r="r" b="b" t="t" l="l"/>
              <a:pathLst>
                <a:path h="3092474" w="5557282">
                  <a:moveTo>
                    <a:pt x="0" y="0"/>
                  </a:moveTo>
                  <a:lnTo>
                    <a:pt x="5557282" y="0"/>
                  </a:lnTo>
                  <a:lnTo>
                    <a:pt x="5557282" y="3092474"/>
                  </a:lnTo>
                  <a:lnTo>
                    <a:pt x="0" y="3092474"/>
                  </a:lnTo>
                  <a:close/>
                </a:path>
              </a:pathLst>
            </a:custGeom>
            <a:solidFill>
              <a:srgbClr val="1C5739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9050"/>
              <a:ext cx="5557282" cy="31115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826432">
            <a:off x="16486869" y="1660436"/>
            <a:ext cx="21100303" cy="11741736"/>
            <a:chOff x="0" y="0"/>
            <a:chExt cx="5557282" cy="309247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557282" cy="3092474"/>
            </a:xfrm>
            <a:custGeom>
              <a:avLst/>
              <a:gdLst/>
              <a:ahLst/>
              <a:cxnLst/>
              <a:rect r="r" b="b" t="t" l="l"/>
              <a:pathLst>
                <a:path h="3092474" w="5557282">
                  <a:moveTo>
                    <a:pt x="0" y="0"/>
                  </a:moveTo>
                  <a:lnTo>
                    <a:pt x="5557282" y="0"/>
                  </a:lnTo>
                  <a:lnTo>
                    <a:pt x="5557282" y="3092474"/>
                  </a:lnTo>
                  <a:lnTo>
                    <a:pt x="0" y="3092474"/>
                  </a:lnTo>
                  <a:close/>
                </a:path>
              </a:pathLst>
            </a:custGeom>
            <a:solidFill>
              <a:srgbClr val="1C5739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19050"/>
              <a:ext cx="5557282" cy="31115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826432">
            <a:off x="-19827720" y="-3797800"/>
            <a:ext cx="21100303" cy="11741736"/>
            <a:chOff x="0" y="0"/>
            <a:chExt cx="5557282" cy="3092474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557282" cy="3092474"/>
            </a:xfrm>
            <a:custGeom>
              <a:avLst/>
              <a:gdLst/>
              <a:ahLst/>
              <a:cxnLst/>
              <a:rect r="r" b="b" t="t" l="l"/>
              <a:pathLst>
                <a:path h="3092474" w="5557282">
                  <a:moveTo>
                    <a:pt x="0" y="0"/>
                  </a:moveTo>
                  <a:lnTo>
                    <a:pt x="5557282" y="0"/>
                  </a:lnTo>
                  <a:lnTo>
                    <a:pt x="5557282" y="3092474"/>
                  </a:lnTo>
                  <a:lnTo>
                    <a:pt x="0" y="3092474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C89116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19050"/>
              <a:ext cx="5557282" cy="31115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45" id="45"/>
          <p:cNvSpPr/>
          <p:nvPr/>
        </p:nvSpPr>
        <p:spPr>
          <a:xfrm flipH="false" flipV="false" rot="0">
            <a:off x="15392461" y="8056125"/>
            <a:ext cx="3806571" cy="2083232"/>
          </a:xfrm>
          <a:custGeom>
            <a:avLst/>
            <a:gdLst/>
            <a:ahLst/>
            <a:cxnLst/>
            <a:rect r="r" b="b" t="t" l="l"/>
            <a:pathLst>
              <a:path h="2083232" w="3806571">
                <a:moveTo>
                  <a:pt x="0" y="0"/>
                </a:moveTo>
                <a:lnTo>
                  <a:pt x="3806571" y="0"/>
                </a:lnTo>
                <a:lnTo>
                  <a:pt x="3806571" y="2083232"/>
                </a:lnTo>
                <a:lnTo>
                  <a:pt x="0" y="20832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15356015" y="5778391"/>
            <a:ext cx="3806571" cy="2083232"/>
          </a:xfrm>
          <a:custGeom>
            <a:avLst/>
            <a:gdLst/>
            <a:ahLst/>
            <a:cxnLst/>
            <a:rect r="r" b="b" t="t" l="l"/>
            <a:pathLst>
              <a:path h="2083232" w="3806571">
                <a:moveTo>
                  <a:pt x="0" y="0"/>
                </a:moveTo>
                <a:lnTo>
                  <a:pt x="3806570" y="0"/>
                </a:lnTo>
                <a:lnTo>
                  <a:pt x="3806570" y="2083232"/>
                </a:lnTo>
                <a:lnTo>
                  <a:pt x="0" y="20832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0">
            <a:off x="16669527" y="3513150"/>
            <a:ext cx="3806571" cy="2083232"/>
          </a:xfrm>
          <a:custGeom>
            <a:avLst/>
            <a:gdLst/>
            <a:ahLst/>
            <a:cxnLst/>
            <a:rect r="r" b="b" t="t" l="l"/>
            <a:pathLst>
              <a:path h="2083232" w="3806571">
                <a:moveTo>
                  <a:pt x="0" y="0"/>
                </a:moveTo>
                <a:lnTo>
                  <a:pt x="3806571" y="0"/>
                </a:lnTo>
                <a:lnTo>
                  <a:pt x="3806571" y="2083232"/>
                </a:lnTo>
                <a:lnTo>
                  <a:pt x="0" y="20832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false" flipV="false" rot="0">
            <a:off x="16669527" y="1269988"/>
            <a:ext cx="3806571" cy="2083232"/>
          </a:xfrm>
          <a:custGeom>
            <a:avLst/>
            <a:gdLst/>
            <a:ahLst/>
            <a:cxnLst/>
            <a:rect r="r" b="b" t="t" l="l"/>
            <a:pathLst>
              <a:path h="2083232" w="3806571">
                <a:moveTo>
                  <a:pt x="0" y="0"/>
                </a:moveTo>
                <a:lnTo>
                  <a:pt x="3806571" y="0"/>
                </a:lnTo>
                <a:lnTo>
                  <a:pt x="3806571" y="2083232"/>
                </a:lnTo>
                <a:lnTo>
                  <a:pt x="0" y="20832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9" id="49"/>
          <p:cNvSpPr/>
          <p:nvPr/>
        </p:nvSpPr>
        <p:spPr>
          <a:xfrm flipH="false" flipV="false" rot="0">
            <a:off x="-782042" y="-354544"/>
            <a:ext cx="3806571" cy="2083232"/>
          </a:xfrm>
          <a:custGeom>
            <a:avLst/>
            <a:gdLst/>
            <a:ahLst/>
            <a:cxnLst/>
            <a:rect r="r" b="b" t="t" l="l"/>
            <a:pathLst>
              <a:path h="2083232" w="3806571">
                <a:moveTo>
                  <a:pt x="0" y="0"/>
                </a:moveTo>
                <a:lnTo>
                  <a:pt x="3806570" y="0"/>
                </a:lnTo>
                <a:lnTo>
                  <a:pt x="3806570" y="2083232"/>
                </a:lnTo>
                <a:lnTo>
                  <a:pt x="0" y="20832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0" id="50"/>
          <p:cNvSpPr/>
          <p:nvPr/>
        </p:nvSpPr>
        <p:spPr>
          <a:xfrm flipH="false" flipV="false" rot="0">
            <a:off x="-782042" y="1936719"/>
            <a:ext cx="3806571" cy="2083232"/>
          </a:xfrm>
          <a:custGeom>
            <a:avLst/>
            <a:gdLst/>
            <a:ahLst/>
            <a:cxnLst/>
            <a:rect r="r" b="b" t="t" l="l"/>
            <a:pathLst>
              <a:path h="2083232" w="3806571">
                <a:moveTo>
                  <a:pt x="0" y="0"/>
                </a:moveTo>
                <a:lnTo>
                  <a:pt x="3806570" y="0"/>
                </a:lnTo>
                <a:lnTo>
                  <a:pt x="3806570" y="2083232"/>
                </a:lnTo>
                <a:lnTo>
                  <a:pt x="0" y="20832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0">
            <a:off x="-874585" y="4019951"/>
            <a:ext cx="3806571" cy="2083232"/>
          </a:xfrm>
          <a:custGeom>
            <a:avLst/>
            <a:gdLst/>
            <a:ahLst/>
            <a:cxnLst/>
            <a:rect r="r" b="b" t="t" l="l"/>
            <a:pathLst>
              <a:path h="2083232" w="3806571">
                <a:moveTo>
                  <a:pt x="0" y="0"/>
                </a:moveTo>
                <a:lnTo>
                  <a:pt x="3806570" y="0"/>
                </a:lnTo>
                <a:lnTo>
                  <a:pt x="3806570" y="2083232"/>
                </a:lnTo>
                <a:lnTo>
                  <a:pt x="0" y="20832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2" id="52"/>
          <p:cNvSpPr/>
          <p:nvPr/>
        </p:nvSpPr>
        <p:spPr>
          <a:xfrm flipH="false" flipV="false" rot="0">
            <a:off x="-2613307" y="6198722"/>
            <a:ext cx="3806571" cy="2083232"/>
          </a:xfrm>
          <a:custGeom>
            <a:avLst/>
            <a:gdLst/>
            <a:ahLst/>
            <a:cxnLst/>
            <a:rect r="r" b="b" t="t" l="l"/>
            <a:pathLst>
              <a:path h="2083232" w="3806571">
                <a:moveTo>
                  <a:pt x="0" y="0"/>
                </a:moveTo>
                <a:lnTo>
                  <a:pt x="3806570" y="0"/>
                </a:lnTo>
                <a:lnTo>
                  <a:pt x="3806570" y="2083232"/>
                </a:lnTo>
                <a:lnTo>
                  <a:pt x="0" y="20832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3" id="53"/>
          <p:cNvSpPr/>
          <p:nvPr/>
        </p:nvSpPr>
        <p:spPr>
          <a:xfrm flipH="false" flipV="false" rot="0">
            <a:off x="-3044571" y="8396254"/>
            <a:ext cx="3806571" cy="2083232"/>
          </a:xfrm>
          <a:custGeom>
            <a:avLst/>
            <a:gdLst/>
            <a:ahLst/>
            <a:cxnLst/>
            <a:rect r="r" b="b" t="t" l="l"/>
            <a:pathLst>
              <a:path h="2083232" w="3806571">
                <a:moveTo>
                  <a:pt x="0" y="0"/>
                </a:moveTo>
                <a:lnTo>
                  <a:pt x="3806571" y="0"/>
                </a:lnTo>
                <a:lnTo>
                  <a:pt x="3806571" y="2083233"/>
                </a:lnTo>
                <a:lnTo>
                  <a:pt x="0" y="208323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932871" y="2984332"/>
            <a:ext cx="13042012" cy="2365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25"/>
              </a:lnSpc>
            </a:pPr>
            <a:r>
              <a:rPr lang="en-US" b="true" sz="13206" spc="129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232786" y="5282750"/>
            <a:ext cx="8296328" cy="2326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2"/>
              </a:lnSpc>
            </a:pPr>
            <a:r>
              <a:rPr lang="en-US" sz="4255" spc="417">
                <a:solidFill>
                  <a:srgbClr val="F5FFF5"/>
                </a:solidFill>
                <a:latin typeface="Open Sauce"/>
                <a:ea typeface="Open Sauce"/>
                <a:cs typeface="Open Sauce"/>
                <a:sym typeface="Open Sauce"/>
              </a:rPr>
              <a:t>For Your Attention</a:t>
            </a:r>
          </a:p>
          <a:p>
            <a:pPr algn="ctr">
              <a:lnSpc>
                <a:spcPts val="4216"/>
              </a:lnSpc>
            </a:pPr>
            <a:r>
              <a:rPr lang="en-US" sz="3055" spc="299">
                <a:solidFill>
                  <a:srgbClr val="F5FFF5"/>
                </a:solidFill>
                <a:latin typeface="Open Sauce"/>
                <a:ea typeface="Open Sauce"/>
                <a:cs typeface="Open Sauce"/>
                <a:sym typeface="Open Sauce"/>
              </a:rPr>
              <a:t>Contact : E2410978@bit.com.lk</a:t>
            </a:r>
          </a:p>
          <a:p>
            <a:pPr algn="ctr">
              <a:lnSpc>
                <a:spcPts val="4216"/>
              </a:lnSpc>
            </a:pPr>
            <a:r>
              <a:rPr lang="en-US" sz="3055" spc="299">
                <a:solidFill>
                  <a:srgbClr val="F5FFF5"/>
                </a:solidFill>
                <a:latin typeface="Open Sauce"/>
                <a:ea typeface="Open Sauce"/>
                <a:cs typeface="Open Sauce"/>
                <a:sym typeface="Open Sauce"/>
              </a:rPr>
              <a:t>gayansanjeewa@gmail.com</a:t>
            </a:r>
          </a:p>
          <a:p>
            <a:pPr algn="ctr">
              <a:lnSpc>
                <a:spcPts val="4216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true" flipV="true" rot="0">
            <a:off x="-3801253" y="0"/>
            <a:ext cx="7602505" cy="6745495"/>
          </a:xfrm>
          <a:custGeom>
            <a:avLst/>
            <a:gdLst/>
            <a:ahLst/>
            <a:cxnLst/>
            <a:rect r="r" b="b" t="t" l="l"/>
            <a:pathLst>
              <a:path h="6745495" w="7602505">
                <a:moveTo>
                  <a:pt x="7602506" y="6745495"/>
                </a:moveTo>
                <a:lnTo>
                  <a:pt x="0" y="6745495"/>
                </a:lnTo>
                <a:lnTo>
                  <a:pt x="0" y="0"/>
                </a:lnTo>
                <a:lnTo>
                  <a:pt x="7602506" y="0"/>
                </a:lnTo>
                <a:lnTo>
                  <a:pt x="7602506" y="674549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4960648" y="3541505"/>
            <a:ext cx="7602505" cy="6745495"/>
          </a:xfrm>
          <a:custGeom>
            <a:avLst/>
            <a:gdLst/>
            <a:ahLst/>
            <a:cxnLst/>
            <a:rect r="r" b="b" t="t" l="l"/>
            <a:pathLst>
              <a:path h="6745495" w="7602505">
                <a:moveTo>
                  <a:pt x="7602505" y="0"/>
                </a:moveTo>
                <a:lnTo>
                  <a:pt x="0" y="0"/>
                </a:lnTo>
                <a:lnTo>
                  <a:pt x="0" y="6745495"/>
                </a:lnTo>
                <a:lnTo>
                  <a:pt x="7602505" y="6745495"/>
                </a:lnTo>
                <a:lnTo>
                  <a:pt x="760250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974883" y="8216684"/>
            <a:ext cx="3806571" cy="2083232"/>
          </a:xfrm>
          <a:custGeom>
            <a:avLst/>
            <a:gdLst/>
            <a:ahLst/>
            <a:cxnLst/>
            <a:rect r="r" b="b" t="t" l="l"/>
            <a:pathLst>
              <a:path h="2083232" w="3806571">
                <a:moveTo>
                  <a:pt x="0" y="0"/>
                </a:moveTo>
                <a:lnTo>
                  <a:pt x="3806570" y="0"/>
                </a:lnTo>
                <a:lnTo>
                  <a:pt x="3806570" y="2083232"/>
                </a:lnTo>
                <a:lnTo>
                  <a:pt x="0" y="208323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127283" y="8369084"/>
            <a:ext cx="3806571" cy="2083232"/>
          </a:xfrm>
          <a:custGeom>
            <a:avLst/>
            <a:gdLst/>
            <a:ahLst/>
            <a:cxnLst/>
            <a:rect r="r" b="b" t="t" l="l"/>
            <a:pathLst>
              <a:path h="2083232" w="3806571">
                <a:moveTo>
                  <a:pt x="0" y="0"/>
                </a:moveTo>
                <a:lnTo>
                  <a:pt x="3806570" y="0"/>
                </a:lnTo>
                <a:lnTo>
                  <a:pt x="3806570" y="2083232"/>
                </a:lnTo>
                <a:lnTo>
                  <a:pt x="0" y="208323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1544431" y="-12916"/>
            <a:ext cx="3806571" cy="2083232"/>
          </a:xfrm>
          <a:custGeom>
            <a:avLst/>
            <a:gdLst/>
            <a:ahLst/>
            <a:cxnLst/>
            <a:rect r="r" b="b" t="t" l="l"/>
            <a:pathLst>
              <a:path h="2083232" w="3806571">
                <a:moveTo>
                  <a:pt x="0" y="0"/>
                </a:moveTo>
                <a:lnTo>
                  <a:pt x="3806571" y="0"/>
                </a:lnTo>
                <a:lnTo>
                  <a:pt x="3806571" y="2083232"/>
                </a:lnTo>
                <a:lnTo>
                  <a:pt x="0" y="208323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1392031" y="139484"/>
            <a:ext cx="3806571" cy="2083232"/>
          </a:xfrm>
          <a:custGeom>
            <a:avLst/>
            <a:gdLst/>
            <a:ahLst/>
            <a:cxnLst/>
            <a:rect r="r" b="b" t="t" l="l"/>
            <a:pathLst>
              <a:path h="2083232" w="3806571">
                <a:moveTo>
                  <a:pt x="0" y="0"/>
                </a:moveTo>
                <a:lnTo>
                  <a:pt x="3806571" y="0"/>
                </a:lnTo>
                <a:lnTo>
                  <a:pt x="3806571" y="2083232"/>
                </a:lnTo>
                <a:lnTo>
                  <a:pt x="0" y="208323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DAG3grlrhG4</dc:identifier>
  <dcterms:modified xsi:type="dcterms:W3CDTF">2011-08-01T06:04:30Z</dcterms:modified>
  <cp:revision>1</cp:revision>
  <dc:title>ofessional</dc:title>
</cp:coreProperties>
</file>